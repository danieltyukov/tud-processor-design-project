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31"/>
  </p:notesMasterIdLst>
  <p:sldIdLst>
    <p:sldId id="257" r:id="rId6"/>
    <p:sldId id="275" r:id="rId7"/>
    <p:sldId id="265" r:id="rId8"/>
    <p:sldId id="259" r:id="rId9"/>
    <p:sldId id="264" r:id="rId10"/>
    <p:sldId id="293" r:id="rId11"/>
    <p:sldId id="294" r:id="rId12"/>
    <p:sldId id="289" r:id="rId13"/>
    <p:sldId id="292" r:id="rId14"/>
    <p:sldId id="270" r:id="rId15"/>
    <p:sldId id="278" r:id="rId16"/>
    <p:sldId id="279" r:id="rId17"/>
    <p:sldId id="280" r:id="rId18"/>
    <p:sldId id="283" r:id="rId19"/>
    <p:sldId id="284" r:id="rId20"/>
    <p:sldId id="285" r:id="rId21"/>
    <p:sldId id="286" r:id="rId22"/>
    <p:sldId id="288" r:id="rId23"/>
    <p:sldId id="291" r:id="rId24"/>
    <p:sldId id="290" r:id="rId25"/>
    <p:sldId id="272" r:id="rId26"/>
    <p:sldId id="276" r:id="rId27"/>
    <p:sldId id="273" r:id="rId28"/>
    <p:sldId id="282" r:id="rId29"/>
    <p:sldId id="263" r:id="rId3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DDB"/>
    <a:srgbClr val="F2DE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4ACB14-45DB-06E0-84C2-FADFF5AF1E9B}" v="146" dt="2026-06-12T09:51:51.934"/>
    <p1510:client id="{14D6E510-B2B1-3B84-5660-20CF3665F1A2}" v="2071" dt="2026-06-12T19:12:15.382"/>
    <p1510:client id="{3F158E37-9E7C-3F07-C892-E5A057830573}" v="16" dt="2026-06-12T15:04:12.623"/>
    <p1510:client id="{5DDF92DD-6549-1430-4699-F0EFD5835B67}" v="1257" dt="2026-06-12T12:24:17.576"/>
    <p1510:client id="{644C6B8B-85E3-959A-10A3-09AF0DF354F2}" v="1995" dt="2026-06-12T15:03:21.076"/>
    <p1510:client id="{6D821B38-479A-EB21-3705-11D20041F760}" v="8" dt="2026-06-12T20:31:30.685"/>
    <p1510:client id="{8A3E2741-4F58-435C-E3B9-1108157B89AB}" v="30" dt="2026-06-12T14:52:44.583"/>
    <p1510:client id="{A6696FE6-048D-39C0-C2C3-EF456AC1F40B}" v="205" dt="2026-06-12T19:48:20.498"/>
    <p1510:client id="{B5003FB2-C0E1-3EB5-9241-5BA751B9FD0E}" v="2" dt="2026-06-12T12:13:49.838"/>
    <p1510:client id="{C3973C42-428B-05BD-7001-D82C49889301}" v="41" dt="2026-06-12T20:19:51.740"/>
    <p1510:client id="{D292E6C5-8987-0959-CA3C-BDA41AA4D2BC}" v="71" dt="2026-06-12T08:08:07.252"/>
    <p1510:client id="{E2B71511-3594-E734-B473-A27B658E4A89}" v="299" dt="2026-06-12T18:11:54.474"/>
    <p1510:client id="{F81402E3-B8AD-853A-817E-14E4702979B0}" v="1358" dt="2026-06-12T20:18:56.6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0057EB-7613-40BF-BC38-C4404E475540}" type="datetimeFigureOut">
              <a:rPr lang="nl-NL" smtClean="0"/>
              <a:t>12-6-2026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6EDA97-E338-45F8-A5E7-1CDD5AF6A9A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305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53928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hthoek 33">
            <a:extLst>
              <a:ext uri="{FF2B5EF4-FFF2-40B4-BE49-F238E27FC236}">
                <a16:creationId xmlns:a16="http://schemas.microsoft.com/office/drawing/2014/main" id="{4BA9A9DA-7F82-A455-1C60-3EE6BCAB12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61002"/>
            <a:ext cx="66684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Quote</a:t>
            </a:r>
          </a:p>
        </p:txBody>
      </p:sp>
      <p:sp>
        <p:nvSpPr>
          <p:cNvPr id="36" name="Rechthoek 35">
            <a:extLst>
              <a:ext uri="{FF2B5EF4-FFF2-40B4-BE49-F238E27FC236}">
                <a16:creationId xmlns:a16="http://schemas.microsoft.com/office/drawing/2014/main" id="{643AF82E-C1ED-400F-120E-32FD5E07D1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6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41" name="Vrije vorm: vorm 40">
            <a:extLst>
              <a:ext uri="{FF2B5EF4-FFF2-40B4-BE49-F238E27FC236}">
                <a16:creationId xmlns:a16="http://schemas.microsoft.com/office/drawing/2014/main" id="{D840FC76-4BFA-9D62-E866-F7E43D49328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" y="2"/>
            <a:ext cx="12191999" cy="6857999"/>
          </a:xfrm>
          <a:custGeom>
            <a:avLst/>
            <a:gdLst>
              <a:gd name="connsiteX0" fmla="*/ 2664877 w 12191999"/>
              <a:gd name="connsiteY0" fmla="*/ 0 h 6857999"/>
              <a:gd name="connsiteX1" fmla="*/ 9662219 w 12191999"/>
              <a:gd name="connsiteY1" fmla="*/ 0 h 6857999"/>
              <a:gd name="connsiteX2" fmla="*/ 9669502 w 12191999"/>
              <a:gd name="connsiteY2" fmla="*/ 58454 h 6857999"/>
              <a:gd name="connsiteX3" fmla="*/ 12141987 w 12191999"/>
              <a:gd name="connsiteY3" fmla="*/ 2645975 h 6857999"/>
              <a:gd name="connsiteX4" fmla="*/ 12191999 w 12191999"/>
              <a:gd name="connsiteY4" fmla="*/ 2652349 h 6857999"/>
              <a:gd name="connsiteX5" fmla="*/ 12191999 w 12191999"/>
              <a:gd name="connsiteY5" fmla="*/ 6857999 h 6857999"/>
              <a:gd name="connsiteX6" fmla="*/ 7658728 w 12191999"/>
              <a:gd name="connsiteY6" fmla="*/ 6857999 h 6857999"/>
              <a:gd name="connsiteX7" fmla="*/ 7684133 w 12191999"/>
              <a:gd name="connsiteY7" fmla="*/ 6682259 h 6857999"/>
              <a:gd name="connsiteX8" fmla="*/ 7588732 w 12191999"/>
              <a:gd name="connsiteY8" fmla="*/ 5413362 h 6857999"/>
              <a:gd name="connsiteX9" fmla="*/ 6769078 w 12191999"/>
              <a:gd name="connsiteY9" fmla="*/ 6441900 h 6857999"/>
              <a:gd name="connsiteX10" fmla="*/ 6629774 w 12191999"/>
              <a:gd name="connsiteY10" fmla="*/ 6673849 h 6857999"/>
              <a:gd name="connsiteX11" fmla="*/ 6506207 w 12191999"/>
              <a:gd name="connsiteY11" fmla="*/ 6857999 h 6857999"/>
              <a:gd name="connsiteX12" fmla="*/ 0 w 12191999"/>
              <a:gd name="connsiteY12" fmla="*/ 6857999 h 6857999"/>
              <a:gd name="connsiteX13" fmla="*/ 0 w 12191999"/>
              <a:gd name="connsiteY13" fmla="*/ 4333078 h 6857999"/>
              <a:gd name="connsiteX14" fmla="*/ 146172 w 12191999"/>
              <a:gd name="connsiteY14" fmla="*/ 4092082 h 6857999"/>
              <a:gd name="connsiteX15" fmla="*/ 2642743 w 12191999"/>
              <a:gd name="connsiteY15" fmla="*/ 49565 h 6857999"/>
              <a:gd name="connsiteX16" fmla="*/ 0 w 12191999"/>
              <a:gd name="connsiteY16" fmla="*/ 0 h 6857999"/>
              <a:gd name="connsiteX17" fmla="*/ 960612 w 12191999"/>
              <a:gd name="connsiteY17" fmla="*/ 0 h 6857999"/>
              <a:gd name="connsiteX18" fmla="*/ 943428 w 12191999"/>
              <a:gd name="connsiteY18" fmla="*/ 19059 h 6857999"/>
              <a:gd name="connsiteX19" fmla="*/ 113541 w 12191999"/>
              <a:gd name="connsiteY19" fmla="*/ 831096 h 6857999"/>
              <a:gd name="connsiteX20" fmla="*/ 0 w 12191999"/>
              <a:gd name="connsiteY20" fmla="*/ 931685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2191999" h="6857999">
                <a:moveTo>
                  <a:pt x="2664877" y="0"/>
                </a:moveTo>
                <a:lnTo>
                  <a:pt x="9662219" y="0"/>
                </a:lnTo>
                <a:lnTo>
                  <a:pt x="9669502" y="58454"/>
                </a:lnTo>
                <a:cubicBezTo>
                  <a:pt x="9916918" y="1666551"/>
                  <a:pt x="10899414" y="2453064"/>
                  <a:pt x="12141987" y="2645975"/>
                </a:cubicBezTo>
                <a:lnTo>
                  <a:pt x="12191999" y="2652349"/>
                </a:lnTo>
                <a:lnTo>
                  <a:pt x="12191999" y="6857999"/>
                </a:lnTo>
                <a:lnTo>
                  <a:pt x="7658728" y="6857999"/>
                </a:lnTo>
                <a:lnTo>
                  <a:pt x="7684133" y="6682259"/>
                </a:lnTo>
                <a:cubicBezTo>
                  <a:pt x="7761749" y="6064946"/>
                  <a:pt x="7755600" y="5464341"/>
                  <a:pt x="7588732" y="5413362"/>
                </a:cubicBezTo>
                <a:cubicBezTo>
                  <a:pt x="7340994" y="5335952"/>
                  <a:pt x="7131278" y="5762726"/>
                  <a:pt x="6769078" y="6441900"/>
                </a:cubicBezTo>
                <a:cubicBezTo>
                  <a:pt x="6725598" y="6518910"/>
                  <a:pt x="6679102" y="6596298"/>
                  <a:pt x="6629774" y="6673849"/>
                </a:cubicBezTo>
                <a:lnTo>
                  <a:pt x="6506207" y="6857999"/>
                </a:lnTo>
                <a:lnTo>
                  <a:pt x="0" y="6857999"/>
                </a:lnTo>
                <a:lnTo>
                  <a:pt x="0" y="4333078"/>
                </a:lnTo>
                <a:lnTo>
                  <a:pt x="146172" y="4092082"/>
                </a:lnTo>
                <a:cubicBezTo>
                  <a:pt x="909057" y="2863958"/>
                  <a:pt x="1936780" y="1556781"/>
                  <a:pt x="2642743" y="49565"/>
                </a:cubicBezTo>
                <a:close/>
                <a:moveTo>
                  <a:pt x="0" y="0"/>
                </a:moveTo>
                <a:lnTo>
                  <a:pt x="960612" y="0"/>
                </a:lnTo>
                <a:lnTo>
                  <a:pt x="943428" y="19059"/>
                </a:lnTo>
                <a:cubicBezTo>
                  <a:pt x="681749" y="296223"/>
                  <a:pt x="403894" y="566215"/>
                  <a:pt x="113541" y="831096"/>
                </a:cubicBezTo>
                <a:lnTo>
                  <a:pt x="0" y="9316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38" name="Tijdelijke aanduiding voor tekst 3">
            <a:extLst>
              <a:ext uri="{FF2B5EF4-FFF2-40B4-BE49-F238E27FC236}">
                <a16:creationId xmlns:a16="http://schemas.microsoft.com/office/drawing/2014/main" id="{76CBEE19-19B8-54C7-B3D4-7E145D8FAA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719138" y="719138"/>
            <a:ext cx="10752137" cy="5281612"/>
          </a:xfrm>
        </p:spPr>
        <p:txBody>
          <a:bodyPr wrap="square" anchor="ctr" anchorCtr="0">
            <a:normAutofit/>
          </a:bodyPr>
          <a:lstStyle>
            <a:lvl1pPr marL="0" indent="0" algn="ct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0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r>
              <a:rPr lang="en-GB" noProof="0"/>
              <a:t>Quote</a:t>
            </a:r>
          </a:p>
        </p:txBody>
      </p:sp>
      <p:grpSp>
        <p:nvGrpSpPr>
          <p:cNvPr id="25" name="Groep 24">
            <a:extLst>
              <a:ext uri="{FF2B5EF4-FFF2-40B4-BE49-F238E27FC236}">
                <a16:creationId xmlns:a16="http://schemas.microsoft.com/office/drawing/2014/main" id="{E6F410F0-D1DC-202A-E501-96449F5D92C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  <a:solidFill>
            <a:schemeClr val="bg1"/>
          </a:solidFill>
        </p:grpSpPr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902B7BC0-E1DE-6761-BAA2-289E1BF2AE2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77DB36C0-4B06-148B-B57C-74F842A70ECB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44F18412-D70E-7985-05EF-0A560429034C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4CDC0AA2-CBAF-B659-0AC6-C307B4BF19D0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Vrije vorm: vorm 29">
              <a:extLst>
                <a:ext uri="{FF2B5EF4-FFF2-40B4-BE49-F238E27FC236}">
                  <a16:creationId xmlns:a16="http://schemas.microsoft.com/office/drawing/2014/main" id="{8B5196A6-0E92-0BA6-DAB1-3CFEF96E2966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Vrije vorm: vorm 30">
              <a:extLst>
                <a:ext uri="{FF2B5EF4-FFF2-40B4-BE49-F238E27FC236}">
                  <a16:creationId xmlns:a16="http://schemas.microsoft.com/office/drawing/2014/main" id="{8ADC5254-E2B3-7491-C71F-7DFFE5010D54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2" name="Vrije vorm: vorm 31">
              <a:extLst>
                <a:ext uri="{FF2B5EF4-FFF2-40B4-BE49-F238E27FC236}">
                  <a16:creationId xmlns:a16="http://schemas.microsoft.com/office/drawing/2014/main" id="{4DE709D1-04E9-E28E-EF96-038EF13D728E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3" name="Vrije vorm: vorm 32">
              <a:extLst>
                <a:ext uri="{FF2B5EF4-FFF2-40B4-BE49-F238E27FC236}">
                  <a16:creationId xmlns:a16="http://schemas.microsoft.com/office/drawing/2014/main" id="{B23C046E-991A-48FD-E45D-368DA85614EF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2" name="Tijdelijke aanduiding voor datum 41">
            <a:extLst>
              <a:ext uri="{FF2B5EF4-FFF2-40B4-BE49-F238E27FC236}">
                <a16:creationId xmlns:a16="http://schemas.microsoft.com/office/drawing/2014/main" id="{443D2E7F-A623-8993-DD43-05FEE32F8EB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227193-D8F5-48A7-B0D3-6DAD1F4F8E92}" type="datetime1">
              <a:rPr lang="nl-NL" smtClean="0"/>
              <a:t>12-6-2026</a:t>
            </a:fld>
            <a:endParaRPr lang="en-GB"/>
          </a:p>
        </p:txBody>
      </p:sp>
      <p:sp>
        <p:nvSpPr>
          <p:cNvPr id="43" name="Tijdelijke aanduiding voor dianummer 42">
            <a:extLst>
              <a:ext uri="{FF2B5EF4-FFF2-40B4-BE49-F238E27FC236}">
                <a16:creationId xmlns:a16="http://schemas.microsoft.com/office/drawing/2014/main" id="{5C52521A-2ED3-C2C9-18F8-B9748BDDEE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511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grafiek 17">
            <a:extLst>
              <a:ext uri="{FF2B5EF4-FFF2-40B4-BE49-F238E27FC236}">
                <a16:creationId xmlns:a16="http://schemas.microsoft.com/office/drawing/2014/main" id="{9C976D4D-6916-D2FC-E254-80706C2BEE24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718667" y="1565275"/>
            <a:ext cx="10753334" cy="4435475"/>
          </a:xfrm>
          <a:solidFill>
            <a:schemeClr val="bg1">
              <a:lumMod val="95000"/>
            </a:schemeClr>
          </a:solid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/>
              <a:t>Click on the icon below</a:t>
            </a:r>
            <a:br>
              <a:rPr lang="en-GB"/>
            </a:br>
            <a:r>
              <a:rPr lang="en-GB"/>
              <a:t>to insert a graph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2FC7157-BDBD-4338-9C83-079E45D53067}"/>
              </a:ext>
            </a:extLst>
          </p:cNvPr>
          <p:cNvSpPr/>
          <p:nvPr userDrawn="1"/>
        </p:nvSpPr>
        <p:spPr>
          <a:xfrm>
            <a:off x="0" y="-441330"/>
            <a:ext cx="679673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Graph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39B92A0-6A1A-48FD-9DE6-B4526A0F682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4F67F68-8730-46D4-B97A-B14B07754ED5}" type="datetime1">
              <a:rPr lang="nl-NL" smtClean="0"/>
              <a:t>12-6-2026</a:t>
            </a:fld>
            <a:endParaRPr lang="en-GB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39C9CDC-BA47-4EE3-AB72-1B052FAD6F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6" name="INSTRUCTION">
            <a:extLst>
              <a:ext uri="{FF2B5EF4-FFF2-40B4-BE49-F238E27FC236}">
                <a16:creationId xmlns:a16="http://schemas.microsoft.com/office/drawing/2014/main" id="{2DB909E2-579E-7420-B285-B389C3AE3393}"/>
              </a:ext>
            </a:extLst>
          </p:cNvPr>
          <p:cNvGrpSpPr/>
          <p:nvPr userDrawn="1"/>
        </p:nvGrpSpPr>
        <p:grpSpPr>
          <a:xfrm>
            <a:off x="-3786437" y="2"/>
            <a:ext cx="3693386" cy="5715919"/>
            <a:chOff x="-3786437" y="2"/>
            <a:chExt cx="3693386" cy="5715919"/>
          </a:xfrm>
        </p:grpSpPr>
        <p:grpSp>
          <p:nvGrpSpPr>
            <p:cNvPr id="7" name="Groep 6">
              <a:extLst>
                <a:ext uri="{FF2B5EF4-FFF2-40B4-BE49-F238E27FC236}">
                  <a16:creationId xmlns:a16="http://schemas.microsoft.com/office/drawing/2014/main" id="{680CF1DF-856E-8E3E-4BBE-4805542EA914}"/>
                </a:ext>
              </a:extLst>
            </p:cNvPr>
            <p:cNvGrpSpPr/>
            <p:nvPr userDrawn="1"/>
          </p:nvGrpSpPr>
          <p:grpSpPr>
            <a:xfrm>
              <a:off x="-3786437" y="3234716"/>
              <a:ext cx="3693386" cy="2481205"/>
              <a:chOff x="-3786437" y="3234716"/>
              <a:chExt cx="3693386" cy="2481205"/>
            </a:xfrm>
          </p:grpSpPr>
          <p:sp>
            <p:nvSpPr>
              <p:cNvPr id="32" name="Rechthoek 31">
                <a:extLst>
                  <a:ext uri="{FF2B5EF4-FFF2-40B4-BE49-F238E27FC236}">
                    <a16:creationId xmlns:a16="http://schemas.microsoft.com/office/drawing/2014/main" id="{DD6DEF1C-D18F-9BF8-4FBB-393B195F8523}"/>
                  </a:ext>
                </a:extLst>
              </p:cNvPr>
              <p:cNvSpPr/>
              <p:nvPr userDrawn="1"/>
            </p:nvSpPr>
            <p:spPr>
              <a:xfrm>
                <a:off x="-3786165" y="3234716"/>
                <a:ext cx="3593091" cy="184934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Edit chart data</a:t>
                </a:r>
              </a:p>
            </p:txBody>
          </p:sp>
          <p:sp>
            <p:nvSpPr>
              <p:cNvPr id="33" name="Ovaal 32">
                <a:extLst>
                  <a:ext uri="{FF2B5EF4-FFF2-40B4-BE49-F238E27FC236}">
                    <a16:creationId xmlns:a16="http://schemas.microsoft.com/office/drawing/2014/main" id="{C2AA5349-4667-F1BB-8749-61754D67B08A}"/>
                  </a:ext>
                </a:extLst>
              </p:cNvPr>
              <p:cNvSpPr/>
              <p:nvPr userDrawn="1"/>
            </p:nvSpPr>
            <p:spPr>
              <a:xfrm>
                <a:off x="-3603587" y="369931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34" name="Rechthoek 33">
                <a:extLst>
                  <a:ext uri="{FF2B5EF4-FFF2-40B4-BE49-F238E27FC236}">
                    <a16:creationId xmlns:a16="http://schemas.microsoft.com/office/drawing/2014/main" id="{948A4516-EE53-9ED0-1F2F-7410A66E5832}"/>
                  </a:ext>
                </a:extLst>
              </p:cNvPr>
              <p:cNvSpPr/>
              <p:nvPr userDrawn="1"/>
            </p:nvSpPr>
            <p:spPr>
              <a:xfrm>
                <a:off x="-3319415" y="3699315"/>
                <a:ext cx="2944682" cy="32768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Click with the right mouse button on the chart</a:t>
                </a:r>
                <a:b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and choose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‘Edit data’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35" name="Groep 34">
                <a:extLst>
                  <a:ext uri="{FF2B5EF4-FFF2-40B4-BE49-F238E27FC236}">
                    <a16:creationId xmlns:a16="http://schemas.microsoft.com/office/drawing/2014/main" id="{883D4637-4338-DD25-45CB-22329D8FF6A1}"/>
                  </a:ext>
                </a:extLst>
              </p:cNvPr>
              <p:cNvGrpSpPr/>
              <p:nvPr userDrawn="1"/>
            </p:nvGrpSpPr>
            <p:grpSpPr>
              <a:xfrm>
                <a:off x="-3314821" y="4139107"/>
                <a:ext cx="1495189" cy="563933"/>
                <a:chOff x="-3314821" y="3310415"/>
                <a:chExt cx="1495189" cy="563933"/>
              </a:xfrm>
            </p:grpSpPr>
            <p:sp>
              <p:nvSpPr>
                <p:cNvPr id="46" name="Rechthoek 45">
                  <a:extLst>
                    <a:ext uri="{FF2B5EF4-FFF2-40B4-BE49-F238E27FC236}">
                      <a16:creationId xmlns:a16="http://schemas.microsoft.com/office/drawing/2014/main" id="{F34B3B2A-C80C-D662-35DD-C7972D581181}"/>
                    </a:ext>
                  </a:extLst>
                </p:cNvPr>
                <p:cNvSpPr/>
                <p:nvPr userDrawn="1"/>
              </p:nvSpPr>
              <p:spPr>
                <a:xfrm>
                  <a:off x="-3314821" y="3310415"/>
                  <a:ext cx="1403797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A6E43491-EF0F-05B7-1F05-BBFDA2A92B8E}"/>
                    </a:ext>
                  </a:extLst>
                </p:cNvPr>
                <p:cNvSpPr/>
                <p:nvPr userDrawn="1"/>
              </p:nvSpPr>
              <p:spPr>
                <a:xfrm>
                  <a:off x="-3304719" y="3564140"/>
                  <a:ext cx="1387813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8" name="Tekstvak 47">
                  <a:extLst>
                    <a:ext uri="{FF2B5EF4-FFF2-40B4-BE49-F238E27FC236}">
                      <a16:creationId xmlns:a16="http://schemas.microsoft.com/office/drawing/2014/main" id="{1C7EA8EB-CD33-9439-E202-16194D92EE8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3369117"/>
                  <a:ext cx="1258624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Change chart type</a:t>
                  </a:r>
                </a:p>
              </p:txBody>
            </p:sp>
            <p:sp>
              <p:nvSpPr>
                <p:cNvPr id="49" name="Tekstvak 48">
                  <a:extLst>
                    <a:ext uri="{FF2B5EF4-FFF2-40B4-BE49-F238E27FC236}">
                      <a16:creationId xmlns:a16="http://schemas.microsoft.com/office/drawing/2014/main" id="{5FFEB4FB-F37F-B1A5-2DA9-2399B6B6511A}"/>
                    </a:ext>
                  </a:extLst>
                </p:cNvPr>
                <p:cNvSpPr txBox="1"/>
                <p:nvPr userDrawn="1"/>
              </p:nvSpPr>
              <p:spPr>
                <a:xfrm>
                  <a:off x="-3115840" y="3624236"/>
                  <a:ext cx="1296208" cy="12641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Edit data</a:t>
                  </a:r>
                </a:p>
              </p:txBody>
            </p:sp>
            <p:sp>
              <p:nvSpPr>
                <p:cNvPr id="50" name="Vrije vorm: vorm 49">
                  <a:extLst>
                    <a:ext uri="{FF2B5EF4-FFF2-40B4-BE49-F238E27FC236}">
                      <a16:creationId xmlns:a16="http://schemas.microsoft.com/office/drawing/2014/main" id="{BBF461B4-9C4B-F5F3-DFDB-1B00E3910BA7}"/>
                    </a:ext>
                  </a:extLst>
                </p:cNvPr>
                <p:cNvSpPr/>
                <p:nvPr userDrawn="1"/>
              </p:nvSpPr>
              <p:spPr>
                <a:xfrm>
                  <a:off x="-1959834" y="3694348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1" name="Groep 50">
                  <a:extLst>
                    <a:ext uri="{FF2B5EF4-FFF2-40B4-BE49-F238E27FC236}">
                      <a16:creationId xmlns:a16="http://schemas.microsoft.com/office/drawing/2014/main" id="{5296A3EF-5B20-BA91-1AF3-24FB56ED49C0}"/>
                    </a:ext>
                  </a:extLst>
                </p:cNvPr>
                <p:cNvGrpSpPr/>
                <p:nvPr userDrawn="1"/>
              </p:nvGrpSpPr>
              <p:grpSpPr>
                <a:xfrm>
                  <a:off x="-3261976" y="3361742"/>
                  <a:ext cx="139861" cy="152244"/>
                  <a:chOff x="12574450" y="6053892"/>
                  <a:chExt cx="169232" cy="184215"/>
                </a:xfrm>
              </p:grpSpPr>
              <p:sp>
                <p:nvSpPr>
                  <p:cNvPr id="71" name="Rechthoek 70">
                    <a:extLst>
                      <a:ext uri="{FF2B5EF4-FFF2-40B4-BE49-F238E27FC236}">
                        <a16:creationId xmlns:a16="http://schemas.microsoft.com/office/drawing/2014/main" id="{A6E02C25-B3CC-B095-2619-965D3212719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574450" y="6111529"/>
                    <a:ext cx="46293" cy="126577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2" name="Rechthoek 71">
                    <a:extLst>
                      <a:ext uri="{FF2B5EF4-FFF2-40B4-BE49-F238E27FC236}">
                        <a16:creationId xmlns:a16="http://schemas.microsoft.com/office/drawing/2014/main" id="{7F79493F-F589-8CB2-EC65-2CD9EBAF186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35427" y="6053892"/>
                    <a:ext cx="46293" cy="184215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3" name="Rechthoek 72">
                    <a:extLst>
                      <a:ext uri="{FF2B5EF4-FFF2-40B4-BE49-F238E27FC236}">
                        <a16:creationId xmlns:a16="http://schemas.microsoft.com/office/drawing/2014/main" id="{B761E95E-2BC3-DF23-E772-5C701D5EB87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97389" y="6094907"/>
                    <a:ext cx="46293" cy="1432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52" name="Groep 51">
                  <a:extLst>
                    <a:ext uri="{FF2B5EF4-FFF2-40B4-BE49-F238E27FC236}">
                      <a16:creationId xmlns:a16="http://schemas.microsoft.com/office/drawing/2014/main" id="{B31C3B2F-C551-7FFA-1994-50DFD9C355E4}"/>
                    </a:ext>
                  </a:extLst>
                </p:cNvPr>
                <p:cNvGrpSpPr/>
                <p:nvPr userDrawn="1"/>
              </p:nvGrpSpPr>
              <p:grpSpPr>
                <a:xfrm>
                  <a:off x="-3261070" y="3635199"/>
                  <a:ext cx="168905" cy="104490"/>
                  <a:chOff x="-3261070" y="3620931"/>
                  <a:chExt cx="193920" cy="119965"/>
                </a:xfrm>
              </p:grpSpPr>
              <p:sp>
                <p:nvSpPr>
                  <p:cNvPr id="53" name="Rechthoek 52">
                    <a:extLst>
                      <a:ext uri="{FF2B5EF4-FFF2-40B4-BE49-F238E27FC236}">
                        <a16:creationId xmlns:a16="http://schemas.microsoft.com/office/drawing/2014/main" id="{B196AFE8-BAF3-9B20-F55E-555D3E6D633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43881"/>
                    <a:ext cx="142985" cy="95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54" name="Groep 53">
                    <a:extLst>
                      <a:ext uri="{FF2B5EF4-FFF2-40B4-BE49-F238E27FC236}">
                        <a16:creationId xmlns:a16="http://schemas.microsoft.com/office/drawing/2014/main" id="{029ED99F-086B-DFC1-BD59-96A3BB73A1E7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261070" y="3622063"/>
                    <a:ext cx="141113" cy="117345"/>
                    <a:chOff x="1094874" y="-878306"/>
                    <a:chExt cx="867364" cy="613611"/>
                  </a:xfrm>
                </p:grpSpPr>
                <p:cxnSp>
                  <p:nvCxnSpPr>
                    <p:cNvPr id="64" name="Rechte verbindingslijn 63">
                      <a:extLst>
                        <a:ext uri="{FF2B5EF4-FFF2-40B4-BE49-F238E27FC236}">
                          <a16:creationId xmlns:a16="http://schemas.microsoft.com/office/drawing/2014/main" id="{AE2D43E5-34C5-B533-FDC8-9875789C0F92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094874" y="-878305"/>
                      <a:ext cx="0" cy="61361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5" name="Rechte verbindingslijn 64">
                      <a:extLst>
                        <a:ext uri="{FF2B5EF4-FFF2-40B4-BE49-F238E27FC236}">
                          <a16:creationId xmlns:a16="http://schemas.microsoft.com/office/drawing/2014/main" id="{EB5E7D2D-A2F7-31C9-7733-8B6DF553AE2B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962238" y="-878306"/>
                      <a:ext cx="0" cy="613611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ep 65">
                      <a:extLst>
                        <a:ext uri="{FF2B5EF4-FFF2-40B4-BE49-F238E27FC236}">
                          <a16:creationId xmlns:a16="http://schemas.microsoft.com/office/drawing/2014/main" id="{F724BAD9-4B97-5FC3-2704-C1465C3B41AC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270535" y="-878306"/>
                      <a:ext cx="526983" cy="613611"/>
                      <a:chOff x="1270535" y="-745959"/>
                      <a:chExt cx="526983" cy="481264"/>
                    </a:xfrm>
                  </p:grpSpPr>
                  <p:cxnSp>
                    <p:nvCxnSpPr>
                      <p:cNvPr id="67" name="Rechte verbindingslijn 66">
                        <a:extLst>
                          <a:ext uri="{FF2B5EF4-FFF2-40B4-BE49-F238E27FC236}">
                            <a16:creationId xmlns:a16="http://schemas.microsoft.com/office/drawing/2014/main" id="{4831ED37-35C9-37E3-6163-578A1EAE9E2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446196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Rechte verbindingslijn 67">
                        <a:extLst>
                          <a:ext uri="{FF2B5EF4-FFF2-40B4-BE49-F238E27FC236}">
                            <a16:creationId xmlns:a16="http://schemas.microsoft.com/office/drawing/2014/main" id="{DFF104EF-9AA2-18D8-729B-EEE5927A763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270535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Rechte verbindingslijn 68">
                        <a:extLst>
                          <a:ext uri="{FF2B5EF4-FFF2-40B4-BE49-F238E27FC236}">
                            <a16:creationId xmlns:a16="http://schemas.microsoft.com/office/drawing/2014/main" id="{8EA6A74D-9ED8-19D6-A2B9-FEAA889D13C5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621857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Rechte verbindingslijn 69">
                        <a:extLst>
                          <a:ext uri="{FF2B5EF4-FFF2-40B4-BE49-F238E27FC236}">
                            <a16:creationId xmlns:a16="http://schemas.microsoft.com/office/drawing/2014/main" id="{698B3A79-C1F7-5F71-D5A9-0CC83C8D0E0B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797518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4EE3CE9F-13AA-FBBD-B74F-E690C0F0715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0471" y="3739408"/>
                    <a:ext cx="143329" cy="0"/>
                  </a:xfrm>
                  <a:prstGeom prst="line">
                    <a:avLst/>
                  </a:prstGeom>
                  <a:ln w="6350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E7AC75CB-1385-0081-A6EE-476D3A8C91EF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713352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8EDB2AF1-01E4-84B6-E591-7C60D6C0B41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89677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2BE38BFD-CF15-99BD-52D7-BAE4792A6D36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63621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9" name="Rechthoek 58">
                    <a:extLst>
                      <a:ext uri="{FF2B5EF4-FFF2-40B4-BE49-F238E27FC236}">
                        <a16:creationId xmlns:a16="http://schemas.microsoft.com/office/drawing/2014/main" id="{E7C7006E-DA51-74A5-5437-0982DDE60B1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20931"/>
                    <a:ext cx="142893" cy="2491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60" name="Groep 59">
                    <a:extLst>
                      <a:ext uri="{FF2B5EF4-FFF2-40B4-BE49-F238E27FC236}">
                        <a16:creationId xmlns:a16="http://schemas.microsoft.com/office/drawing/2014/main" id="{69B4CA6F-3C30-C9D4-6CDE-69D4FFD5462F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-3158000" y="3650045"/>
                    <a:ext cx="34350" cy="147351"/>
                    <a:chOff x="3148392" y="-836646"/>
                    <a:chExt cx="132124" cy="596095"/>
                  </a:xfrm>
                  <a:solidFill>
                    <a:srgbClr val="3399FF"/>
                  </a:solidFill>
                </p:grpSpPr>
                <p:sp>
                  <p:nvSpPr>
                    <p:cNvPr id="61" name="Rechthoek 60">
                      <a:extLst>
                        <a:ext uri="{FF2B5EF4-FFF2-40B4-BE49-F238E27FC236}">
                          <a16:creationId xmlns:a16="http://schemas.microsoft.com/office/drawing/2014/main" id="{7587ED83-F8C0-317C-74C0-4C453F74C91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632" y="-725510"/>
                      <a:ext cx="131884" cy="281356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2" name="Rechthoek: afgeronde bovenhoeken 61">
                      <a:extLst>
                        <a:ext uri="{FF2B5EF4-FFF2-40B4-BE49-F238E27FC236}">
                          <a16:creationId xmlns:a16="http://schemas.microsoft.com/office/drawing/2014/main" id="{3E5E5670-9461-25A0-4574-183B2CD0C15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556" y="-836646"/>
                      <a:ext cx="131882" cy="87614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3" name="Gelijkbenige driehoek 62">
                      <a:extLst>
                        <a:ext uri="{FF2B5EF4-FFF2-40B4-BE49-F238E27FC236}">
                          <a16:creationId xmlns:a16="http://schemas.microsoft.com/office/drawing/2014/main" id="{3576B5E2-335E-BDC1-D94D-3AF8C0870FD0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48392" y="-420304"/>
                      <a:ext cx="131887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</p:grpSp>
          <p:sp>
            <p:nvSpPr>
              <p:cNvPr id="36" name="Rechthoek 35">
                <a:extLst>
                  <a:ext uri="{FF2B5EF4-FFF2-40B4-BE49-F238E27FC236}">
                    <a16:creationId xmlns:a16="http://schemas.microsoft.com/office/drawing/2014/main" id="{4FD77C49-F4D1-428A-AC10-EB0884CD9787}"/>
                  </a:ext>
                </a:extLst>
              </p:cNvPr>
              <p:cNvSpPr/>
              <p:nvPr userDrawn="1"/>
            </p:nvSpPr>
            <p:spPr>
              <a:xfrm>
                <a:off x="-3786437" y="4887921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37" name="ICOON_info">
                <a:extLst>
                  <a:ext uri="{FF2B5EF4-FFF2-40B4-BE49-F238E27FC236}">
                    <a16:creationId xmlns:a16="http://schemas.microsoft.com/office/drawing/2014/main" id="{CFCB81CF-43E1-DC89-ED74-18FE0A4DC5E0}"/>
                  </a:ext>
                </a:extLst>
              </p:cNvPr>
              <p:cNvGrpSpPr/>
              <p:nvPr userDrawn="1"/>
            </p:nvGrpSpPr>
            <p:grpSpPr>
              <a:xfrm>
                <a:off x="-376736" y="4751903"/>
                <a:ext cx="283685" cy="283685"/>
                <a:chOff x="-510741" y="5913713"/>
                <a:chExt cx="267555" cy="267555"/>
              </a:xfrm>
            </p:grpSpPr>
            <p:sp>
              <p:nvSpPr>
                <p:cNvPr id="44" name="Ovaal 43">
                  <a:extLst>
                    <a:ext uri="{FF2B5EF4-FFF2-40B4-BE49-F238E27FC236}">
                      <a16:creationId xmlns:a16="http://schemas.microsoft.com/office/drawing/2014/main" id="{30A42F84-B94C-26E6-D041-B44B25B0672F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5" name="Graphic 163" descr="Informatie">
                  <a:extLst>
                    <a:ext uri="{FF2B5EF4-FFF2-40B4-BE49-F238E27FC236}">
                      <a16:creationId xmlns:a16="http://schemas.microsoft.com/office/drawing/2014/main" id="{83D8FACC-EE78-E1C6-AE43-00CAFA0E03A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A6078BFE-9F83-C28E-12FD-051E8C5B8010}"/>
                  </a:ext>
                </a:extLst>
              </p:cNvPr>
              <p:cNvGrpSpPr/>
              <p:nvPr userDrawn="1"/>
            </p:nvGrpSpPr>
            <p:grpSpPr>
              <a:xfrm>
                <a:off x="-938434" y="502529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39" name="Inspireren">
                  <a:extLst>
                    <a:ext uri="{FF2B5EF4-FFF2-40B4-BE49-F238E27FC236}">
                      <a16:creationId xmlns:a16="http://schemas.microsoft.com/office/drawing/2014/main" id="{08B1427C-46F9-6B49-82FD-6E3C66E95168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41" name="Freeform 12">
                    <a:extLst>
                      <a:ext uri="{FF2B5EF4-FFF2-40B4-BE49-F238E27FC236}">
                        <a16:creationId xmlns:a16="http://schemas.microsoft.com/office/drawing/2014/main" id="{3A0FC7A3-3C8E-F597-CF49-D94C6CDABF6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2" name="Freeform 13">
                    <a:extLst>
                      <a:ext uri="{FF2B5EF4-FFF2-40B4-BE49-F238E27FC236}">
                        <a16:creationId xmlns:a16="http://schemas.microsoft.com/office/drawing/2014/main" id="{0AEE7C72-28A1-4329-E2F3-F00C6F02DF8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3" name="Freeform 14">
                    <a:extLst>
                      <a:ext uri="{FF2B5EF4-FFF2-40B4-BE49-F238E27FC236}">
                        <a16:creationId xmlns:a16="http://schemas.microsoft.com/office/drawing/2014/main" id="{A782A2E6-DF24-7E0E-54DA-AE986E4E1679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40" name="Tekstvak 39">
                  <a:extLst>
                    <a:ext uri="{FF2B5EF4-FFF2-40B4-BE49-F238E27FC236}">
                      <a16:creationId xmlns:a16="http://schemas.microsoft.com/office/drawing/2014/main" id="{5C85C14F-71FC-0EC9-EC77-F93303E0B753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" name="Groep 8">
              <a:extLst>
                <a:ext uri="{FF2B5EF4-FFF2-40B4-BE49-F238E27FC236}">
                  <a16:creationId xmlns:a16="http://schemas.microsoft.com/office/drawing/2014/main" id="{E0C74600-E0A1-32F6-F13A-80390DBD08F3}"/>
                </a:ext>
              </a:extLst>
            </p:cNvPr>
            <p:cNvGrpSpPr/>
            <p:nvPr userDrawn="1"/>
          </p:nvGrpSpPr>
          <p:grpSpPr>
            <a:xfrm>
              <a:off x="-3786165" y="2"/>
              <a:ext cx="3593091" cy="3041230"/>
              <a:chOff x="-3786165" y="2"/>
              <a:chExt cx="3593091" cy="3041230"/>
            </a:xfrm>
          </p:grpSpPr>
          <p:sp>
            <p:nvSpPr>
              <p:cNvPr id="10" name="Rechthoek 9">
                <a:extLst>
                  <a:ext uri="{FF2B5EF4-FFF2-40B4-BE49-F238E27FC236}">
                    <a16:creationId xmlns:a16="http://schemas.microsoft.com/office/drawing/2014/main" id="{24EC8A38-F574-0E35-63BE-11DF49F4E34C}"/>
                  </a:ext>
                </a:extLst>
              </p:cNvPr>
              <p:cNvSpPr/>
              <p:nvPr userDrawn="1"/>
            </p:nvSpPr>
            <p:spPr>
              <a:xfrm>
                <a:off x="-3786165" y="2"/>
                <a:ext cx="3593091" cy="3041230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Format CHART</a:t>
                </a:r>
              </a:p>
            </p:txBody>
          </p:sp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45A82A4C-DF5D-DAD5-72AA-53FF5FAB9D7C}"/>
                  </a:ext>
                </a:extLst>
              </p:cNvPr>
              <p:cNvSpPr/>
              <p:nvPr userDrawn="1"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12" name="Rechthoek 11">
                <a:extLst>
                  <a:ext uri="{FF2B5EF4-FFF2-40B4-BE49-F238E27FC236}">
                    <a16:creationId xmlns:a16="http://schemas.microsoft.com/office/drawing/2014/main" id="{6483ACA4-C62D-91E9-EAC0-5EDA7398955E}"/>
                  </a:ext>
                </a:extLst>
              </p:cNvPr>
              <p:cNvSpPr/>
              <p:nvPr userDrawn="1"/>
            </p:nvSpPr>
            <p:spPr>
              <a:xfrm>
                <a:off x="-3319415" y="465324"/>
                <a:ext cx="2944682" cy="49001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When you want to change the lay-out of the chart, select the preferred part of the chart and go to the tab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‘Format’.</a:t>
                </a:r>
                <a:endPara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" name="Ovaal 12">
                <a:extLst>
                  <a:ext uri="{FF2B5EF4-FFF2-40B4-BE49-F238E27FC236}">
                    <a16:creationId xmlns:a16="http://schemas.microsoft.com/office/drawing/2014/main" id="{526618F2-1324-5E8A-BB71-6664AC1889B7}"/>
                  </a:ext>
                </a:extLst>
              </p:cNvPr>
              <p:cNvSpPr/>
              <p:nvPr userDrawn="1"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  <p:sp>
            <p:nvSpPr>
              <p:cNvPr id="14" name="Rechthoek 13">
                <a:extLst>
                  <a:ext uri="{FF2B5EF4-FFF2-40B4-BE49-F238E27FC236}">
                    <a16:creationId xmlns:a16="http://schemas.microsoft.com/office/drawing/2014/main" id="{E8406F88-F7D9-1EDE-8CE6-BA8D8B59E542}"/>
                  </a:ext>
                </a:extLst>
              </p:cNvPr>
              <p:cNvSpPr/>
              <p:nvPr userDrawn="1"/>
            </p:nvSpPr>
            <p:spPr>
              <a:xfrm>
                <a:off x="-3319415" y="1493636"/>
                <a:ext cx="2944682" cy="65805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You can change the settings of the axes and data series by clicking on them with the right mouse button. Choose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Axis’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 or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Data Series’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15" name="Groep 14">
                <a:extLst>
                  <a:ext uri="{FF2B5EF4-FFF2-40B4-BE49-F238E27FC236}">
                    <a16:creationId xmlns:a16="http://schemas.microsoft.com/office/drawing/2014/main" id="{62069577-5F1C-3A70-6ACD-A40A9ECBECA0}"/>
                  </a:ext>
                </a:extLst>
              </p:cNvPr>
              <p:cNvGrpSpPr/>
              <p:nvPr userDrawn="1"/>
            </p:nvGrpSpPr>
            <p:grpSpPr>
              <a:xfrm>
                <a:off x="-3312582" y="1060763"/>
                <a:ext cx="576000" cy="246597"/>
                <a:chOff x="-3303310" y="1024128"/>
                <a:chExt cx="576000" cy="246597"/>
              </a:xfrm>
            </p:grpSpPr>
            <p:sp>
              <p:nvSpPr>
                <p:cNvPr id="30" name="Rechthoek 29">
                  <a:extLst>
                    <a:ext uri="{FF2B5EF4-FFF2-40B4-BE49-F238E27FC236}">
                      <a16:creationId xmlns:a16="http://schemas.microsoft.com/office/drawing/2014/main" id="{894F8D05-7113-E8C0-2B1E-FF2E01C3A4B8}"/>
                    </a:ext>
                  </a:extLst>
                </p:cNvPr>
                <p:cNvSpPr/>
                <p:nvPr userDrawn="1"/>
              </p:nvSpPr>
              <p:spPr>
                <a:xfrm>
                  <a:off x="-3303310" y="1024128"/>
                  <a:ext cx="576000" cy="215451"/>
                </a:xfrm>
                <a:prstGeom prst="rect">
                  <a:avLst/>
                </a:prstGeom>
                <a:solidFill>
                  <a:srgbClr val="F8F8F8"/>
                </a:solidFill>
                <a:ln w="6350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18000" rIns="0" bIns="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GB" sz="1050" b="1" noProof="0">
                      <a:solidFill>
                        <a:srgbClr val="B74629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Format</a:t>
                  </a:r>
                </a:p>
              </p:txBody>
            </p:sp>
            <p:sp>
              <p:nvSpPr>
                <p:cNvPr id="31" name="Rechthoek 30">
                  <a:extLst>
                    <a:ext uri="{FF2B5EF4-FFF2-40B4-BE49-F238E27FC236}">
                      <a16:creationId xmlns:a16="http://schemas.microsoft.com/office/drawing/2014/main" id="{82A9E0A3-7689-1860-1E9B-0E50481EA941}"/>
                    </a:ext>
                  </a:extLst>
                </p:cNvPr>
                <p:cNvSpPr/>
                <p:nvPr userDrawn="1"/>
              </p:nvSpPr>
              <p:spPr>
                <a:xfrm>
                  <a:off x="-3303310" y="1243554"/>
                  <a:ext cx="576000" cy="27171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6" name="Groep 15">
                <a:extLst>
                  <a:ext uri="{FF2B5EF4-FFF2-40B4-BE49-F238E27FC236}">
                    <a16:creationId xmlns:a16="http://schemas.microsoft.com/office/drawing/2014/main" id="{EA37E07D-0213-C4CD-69FE-A8048220E7CF}"/>
                  </a:ext>
                </a:extLst>
              </p:cNvPr>
              <p:cNvGrpSpPr/>
              <p:nvPr userDrawn="1"/>
            </p:nvGrpSpPr>
            <p:grpSpPr>
              <a:xfrm>
                <a:off x="-3314821" y="2257494"/>
                <a:ext cx="1377262" cy="591693"/>
                <a:chOff x="-3314821" y="2421532"/>
                <a:chExt cx="1377262" cy="591693"/>
              </a:xfrm>
            </p:grpSpPr>
            <p:sp>
              <p:nvSpPr>
                <p:cNvPr id="17" name="Rechthoek 16">
                  <a:extLst>
                    <a:ext uri="{FF2B5EF4-FFF2-40B4-BE49-F238E27FC236}">
                      <a16:creationId xmlns:a16="http://schemas.microsoft.com/office/drawing/2014/main" id="{FE5D13BD-1999-6110-78C0-D7F82EDB4F64}"/>
                    </a:ext>
                  </a:extLst>
                </p:cNvPr>
                <p:cNvSpPr/>
                <p:nvPr userDrawn="1"/>
              </p:nvSpPr>
              <p:spPr>
                <a:xfrm>
                  <a:off x="-3314821" y="2421532"/>
                  <a:ext cx="1360375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8" name="Rechthoek 17">
                  <a:extLst>
                    <a:ext uri="{FF2B5EF4-FFF2-40B4-BE49-F238E27FC236}">
                      <a16:creationId xmlns:a16="http://schemas.microsoft.com/office/drawing/2014/main" id="{A01F8DE7-341F-F591-B409-A46B7F9D65A2}"/>
                    </a:ext>
                  </a:extLst>
                </p:cNvPr>
                <p:cNvSpPr/>
                <p:nvPr userDrawn="1"/>
              </p:nvSpPr>
              <p:spPr>
                <a:xfrm>
                  <a:off x="-3304719" y="2675257"/>
                  <a:ext cx="1344885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9" name="Tekstvak 18">
                  <a:extLst>
                    <a:ext uri="{FF2B5EF4-FFF2-40B4-BE49-F238E27FC236}">
                      <a16:creationId xmlns:a16="http://schemas.microsoft.com/office/drawing/2014/main" id="{A8AAB229-07B8-C7CE-21D7-A6AB1D8F650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2480234"/>
                  <a:ext cx="1116000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Add Trendline</a:t>
                  </a:r>
                </a:p>
              </p:txBody>
            </p:sp>
            <p:sp>
              <p:nvSpPr>
                <p:cNvPr id="20" name="Tekstvak 19">
                  <a:extLst>
                    <a:ext uri="{FF2B5EF4-FFF2-40B4-BE49-F238E27FC236}">
                      <a16:creationId xmlns:a16="http://schemas.microsoft.com/office/drawing/2014/main" id="{CBE770A8-AA3B-F19B-BAF3-D092339DA4C0}"/>
                    </a:ext>
                  </a:extLst>
                </p:cNvPr>
                <p:cNvSpPr txBox="1"/>
                <p:nvPr userDrawn="1"/>
              </p:nvSpPr>
              <p:spPr>
                <a:xfrm>
                  <a:off x="-3115841" y="2753263"/>
                  <a:ext cx="1116000" cy="10850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Format Data Series</a:t>
                  </a:r>
                </a:p>
              </p:txBody>
            </p:sp>
            <p:sp>
              <p:nvSpPr>
                <p:cNvPr id="21" name="Vrije vorm: vorm 20">
                  <a:extLst>
                    <a:ext uri="{FF2B5EF4-FFF2-40B4-BE49-F238E27FC236}">
                      <a16:creationId xmlns:a16="http://schemas.microsoft.com/office/drawing/2014/main" id="{4D1992F5-364B-A1AA-BF83-EEA478039BEB}"/>
                    </a:ext>
                  </a:extLst>
                </p:cNvPr>
                <p:cNvSpPr/>
                <p:nvPr userDrawn="1"/>
              </p:nvSpPr>
              <p:spPr>
                <a:xfrm>
                  <a:off x="-2035121" y="2833225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22" name="Groep 21">
                  <a:extLst>
                    <a:ext uri="{FF2B5EF4-FFF2-40B4-BE49-F238E27FC236}">
                      <a16:creationId xmlns:a16="http://schemas.microsoft.com/office/drawing/2014/main" id="{81D43394-7465-F780-625C-2049EF0FBBD2}"/>
                    </a:ext>
                  </a:extLst>
                </p:cNvPr>
                <p:cNvGrpSpPr/>
                <p:nvPr userDrawn="1"/>
              </p:nvGrpSpPr>
              <p:grpSpPr>
                <a:xfrm>
                  <a:off x="-3258488" y="2718400"/>
                  <a:ext cx="225663" cy="229638"/>
                  <a:chOff x="-3258488" y="2713782"/>
                  <a:chExt cx="225663" cy="229638"/>
                </a:xfrm>
              </p:grpSpPr>
              <p:sp>
                <p:nvSpPr>
                  <p:cNvPr id="26" name="Rechthoek 25">
                    <a:extLst>
                      <a:ext uri="{FF2B5EF4-FFF2-40B4-BE49-F238E27FC236}">
                        <a16:creationId xmlns:a16="http://schemas.microsoft.com/office/drawing/2014/main" id="{48686A95-5633-4F92-4103-8B63ADA8D70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45249" y="2761416"/>
                    <a:ext cx="43200" cy="104609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7" name="Rechthoek 26">
                    <a:extLst>
                      <a:ext uri="{FF2B5EF4-FFF2-40B4-BE49-F238E27FC236}">
                        <a16:creationId xmlns:a16="http://schemas.microsoft.com/office/drawing/2014/main" id="{2EED59AE-5793-247D-22EE-99445C5AC39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99591" y="2713782"/>
                    <a:ext cx="43200" cy="152244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8" name="Rechthoek 27">
                    <a:extLst>
                      <a:ext uri="{FF2B5EF4-FFF2-40B4-BE49-F238E27FC236}">
                        <a16:creationId xmlns:a16="http://schemas.microsoft.com/office/drawing/2014/main" id="{292B9951-969D-2933-55CF-C20C8A85D3B8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52134" y="2747679"/>
                    <a:ext cx="43200" cy="118347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9" name="Rechthoek 282">
                    <a:extLst>
                      <a:ext uri="{FF2B5EF4-FFF2-40B4-BE49-F238E27FC236}">
                        <a16:creationId xmlns:a16="http://schemas.microsoft.com/office/drawing/2014/main" id="{24A0D8CC-21F9-7BAE-D8E7-F39F888BE809}"/>
                      </a:ext>
                    </a:extLst>
                  </p:cNvPr>
                  <p:cNvSpPr/>
                  <p:nvPr userDrawn="1"/>
                </p:nvSpPr>
                <p:spPr>
                  <a:xfrm rot="19731948">
                    <a:off x="-3258488" y="2796616"/>
                    <a:ext cx="225663" cy="146804"/>
                  </a:xfrm>
                  <a:custGeom>
                    <a:avLst/>
                    <a:gdLst>
                      <a:gd name="connsiteX0" fmla="*/ 0 w 205092"/>
                      <a:gd name="connsiteY0" fmla="*/ 0 h 73844"/>
                      <a:gd name="connsiteX1" fmla="*/ 205092 w 205092"/>
                      <a:gd name="connsiteY1" fmla="*/ 0 h 73844"/>
                      <a:gd name="connsiteX2" fmla="*/ 205092 w 205092"/>
                      <a:gd name="connsiteY2" fmla="*/ 73844 h 73844"/>
                      <a:gd name="connsiteX3" fmla="*/ 0 w 205092"/>
                      <a:gd name="connsiteY3" fmla="*/ 73844 h 73844"/>
                      <a:gd name="connsiteX4" fmla="*/ 0 w 205092"/>
                      <a:gd name="connsiteY4" fmla="*/ 0 h 73844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0 w 205092"/>
                      <a:gd name="connsiteY3" fmla="*/ 73844 h 121600"/>
                      <a:gd name="connsiteX4" fmla="*/ 0 w 205092"/>
                      <a:gd name="connsiteY4" fmla="*/ 0 h 121600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3148 w 205092"/>
                      <a:gd name="connsiteY3" fmla="*/ 65161 h 121600"/>
                      <a:gd name="connsiteX4" fmla="*/ 0 w 205092"/>
                      <a:gd name="connsiteY4" fmla="*/ 0 h 121600"/>
                      <a:gd name="connsiteX0" fmla="*/ 13407 w 218499"/>
                      <a:gd name="connsiteY0" fmla="*/ 0 h 121600"/>
                      <a:gd name="connsiteX1" fmla="*/ 218499 w 218499"/>
                      <a:gd name="connsiteY1" fmla="*/ 0 h 121600"/>
                      <a:gd name="connsiteX2" fmla="*/ 201179 w 218499"/>
                      <a:gd name="connsiteY2" fmla="*/ 121600 h 121600"/>
                      <a:gd name="connsiteX3" fmla="*/ 0 w 218499"/>
                      <a:gd name="connsiteY3" fmla="*/ 38976 h 121600"/>
                      <a:gd name="connsiteX4" fmla="*/ 13407 w 218499"/>
                      <a:gd name="connsiteY4" fmla="*/ 0 h 121600"/>
                      <a:gd name="connsiteX0" fmla="*/ 13407 w 218499"/>
                      <a:gd name="connsiteY0" fmla="*/ 0 h 134944"/>
                      <a:gd name="connsiteX1" fmla="*/ 218499 w 218499"/>
                      <a:gd name="connsiteY1" fmla="*/ 0 h 134944"/>
                      <a:gd name="connsiteX2" fmla="*/ 160746 w 218499"/>
                      <a:gd name="connsiteY2" fmla="*/ 134944 h 134944"/>
                      <a:gd name="connsiteX3" fmla="*/ 0 w 218499"/>
                      <a:gd name="connsiteY3" fmla="*/ 38976 h 134944"/>
                      <a:gd name="connsiteX4" fmla="*/ 13407 w 218499"/>
                      <a:gd name="connsiteY4" fmla="*/ 0 h 134944"/>
                      <a:gd name="connsiteX0" fmla="*/ 13407 w 225663"/>
                      <a:gd name="connsiteY0" fmla="*/ 11860 h 146804"/>
                      <a:gd name="connsiteX1" fmla="*/ 225663 w 225663"/>
                      <a:gd name="connsiteY1" fmla="*/ 0 h 146804"/>
                      <a:gd name="connsiteX2" fmla="*/ 160746 w 225663"/>
                      <a:gd name="connsiteY2" fmla="*/ 146804 h 146804"/>
                      <a:gd name="connsiteX3" fmla="*/ 0 w 225663"/>
                      <a:gd name="connsiteY3" fmla="*/ 50836 h 146804"/>
                      <a:gd name="connsiteX4" fmla="*/ 13407 w 225663"/>
                      <a:gd name="connsiteY4" fmla="*/ 11860 h 1468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25663" h="146804">
                        <a:moveTo>
                          <a:pt x="13407" y="11860"/>
                        </a:moveTo>
                        <a:lnTo>
                          <a:pt x="225663" y="0"/>
                        </a:lnTo>
                        <a:lnTo>
                          <a:pt x="160746" y="146804"/>
                        </a:lnTo>
                        <a:lnTo>
                          <a:pt x="0" y="50836"/>
                        </a:lnTo>
                        <a:lnTo>
                          <a:pt x="13407" y="11860"/>
                        </a:lnTo>
                        <a:close/>
                      </a:path>
                    </a:pathLst>
                  </a:custGeom>
                  <a:solidFill>
                    <a:srgbClr val="FCE4D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/>
                    <a:endParaRPr lang="en-GB" sz="1000" b="1" err="1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3" name="Groep 22">
                  <a:extLst>
                    <a:ext uri="{FF2B5EF4-FFF2-40B4-BE49-F238E27FC236}">
                      <a16:creationId xmlns:a16="http://schemas.microsoft.com/office/drawing/2014/main" id="{1C06E203-D7C6-F1DC-D055-C5898F3E8459}"/>
                    </a:ext>
                  </a:extLst>
                </p:cNvPr>
                <p:cNvGrpSpPr/>
                <p:nvPr userDrawn="1"/>
              </p:nvGrpSpPr>
              <p:grpSpPr>
                <a:xfrm>
                  <a:off x="-3219980" y="2771792"/>
                  <a:ext cx="140241" cy="116552"/>
                  <a:chOff x="-2608640" y="2891109"/>
                  <a:chExt cx="309118" cy="261993"/>
                </a:xfrm>
              </p:grpSpPr>
              <p:sp>
                <p:nvSpPr>
                  <p:cNvPr id="24" name="Vrije vorm: vorm 23">
                    <a:extLst>
                      <a:ext uri="{FF2B5EF4-FFF2-40B4-BE49-F238E27FC236}">
                        <a16:creationId xmlns:a16="http://schemas.microsoft.com/office/drawing/2014/main" id="{48E01D86-B451-04DD-0A0E-70FC18279310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465317" y="2891109"/>
                    <a:ext cx="165795" cy="200435"/>
                  </a:xfrm>
                  <a:custGeom>
                    <a:avLst/>
                    <a:gdLst>
                      <a:gd name="connsiteX0" fmla="*/ 0 w 147782"/>
                      <a:gd name="connsiteY0" fmla="*/ 184728 h 221673"/>
                      <a:gd name="connsiteX1" fmla="*/ 147782 w 147782"/>
                      <a:gd name="connsiteY1" fmla="*/ 0 h 221673"/>
                      <a:gd name="connsiteX2" fmla="*/ 92363 w 147782"/>
                      <a:gd name="connsiteY2" fmla="*/ 221673 h 221673"/>
                      <a:gd name="connsiteX3" fmla="*/ 0 w 147782"/>
                      <a:gd name="connsiteY3" fmla="*/ 184728 h 221673"/>
                      <a:gd name="connsiteX0" fmla="*/ 0 w 180109"/>
                      <a:gd name="connsiteY0" fmla="*/ 166255 h 203200"/>
                      <a:gd name="connsiteX1" fmla="*/ 180109 w 180109"/>
                      <a:gd name="connsiteY1" fmla="*/ 0 h 203200"/>
                      <a:gd name="connsiteX2" fmla="*/ 92363 w 180109"/>
                      <a:gd name="connsiteY2" fmla="*/ 203200 h 203200"/>
                      <a:gd name="connsiteX3" fmla="*/ 0 w 180109"/>
                      <a:gd name="connsiteY3" fmla="*/ 166255 h 203200"/>
                      <a:gd name="connsiteX0" fmla="*/ 0 w 182213"/>
                      <a:gd name="connsiteY0" fmla="*/ 166453 h 203398"/>
                      <a:gd name="connsiteX1" fmla="*/ 180109 w 182213"/>
                      <a:gd name="connsiteY1" fmla="*/ 198 h 203398"/>
                      <a:gd name="connsiteX2" fmla="*/ 92363 w 182213"/>
                      <a:gd name="connsiteY2" fmla="*/ 203398 h 203398"/>
                      <a:gd name="connsiteX3" fmla="*/ 0 w 182213"/>
                      <a:gd name="connsiteY3" fmla="*/ 166453 h 203398"/>
                      <a:gd name="connsiteX0" fmla="*/ 0 w 186034"/>
                      <a:gd name="connsiteY0" fmla="*/ 168058 h 205003"/>
                      <a:gd name="connsiteX1" fmla="*/ 180109 w 186034"/>
                      <a:gd name="connsiteY1" fmla="*/ 1803 h 205003"/>
                      <a:gd name="connsiteX2" fmla="*/ 92363 w 186034"/>
                      <a:gd name="connsiteY2" fmla="*/ 205003 h 205003"/>
                      <a:gd name="connsiteX3" fmla="*/ 0 w 186034"/>
                      <a:gd name="connsiteY3" fmla="*/ 168058 h 205003"/>
                      <a:gd name="connsiteX0" fmla="*/ 0 w 163074"/>
                      <a:gd name="connsiteY0" fmla="*/ 161895 h 203458"/>
                      <a:gd name="connsiteX1" fmla="*/ 161637 w 163074"/>
                      <a:gd name="connsiteY1" fmla="*/ 258 h 203458"/>
                      <a:gd name="connsiteX2" fmla="*/ 73891 w 163074"/>
                      <a:gd name="connsiteY2" fmla="*/ 203458 h 203458"/>
                      <a:gd name="connsiteX3" fmla="*/ 0 w 163074"/>
                      <a:gd name="connsiteY3" fmla="*/ 161895 h 203458"/>
                      <a:gd name="connsiteX0" fmla="*/ 0 w 162654"/>
                      <a:gd name="connsiteY0" fmla="*/ 161843 h 198788"/>
                      <a:gd name="connsiteX1" fmla="*/ 161637 w 162654"/>
                      <a:gd name="connsiteY1" fmla="*/ 206 h 198788"/>
                      <a:gd name="connsiteX2" fmla="*/ 64654 w 162654"/>
                      <a:gd name="connsiteY2" fmla="*/ 198788 h 198788"/>
                      <a:gd name="connsiteX3" fmla="*/ 0 w 162654"/>
                      <a:gd name="connsiteY3" fmla="*/ 161843 h 198788"/>
                      <a:gd name="connsiteX0" fmla="*/ 0 w 165794"/>
                      <a:gd name="connsiteY0" fmla="*/ 163491 h 200436"/>
                      <a:gd name="connsiteX1" fmla="*/ 161637 w 165794"/>
                      <a:gd name="connsiteY1" fmla="*/ 1854 h 200436"/>
                      <a:gd name="connsiteX2" fmla="*/ 64654 w 165794"/>
                      <a:gd name="connsiteY2" fmla="*/ 200436 h 200436"/>
                      <a:gd name="connsiteX3" fmla="*/ 0 w 165794"/>
                      <a:gd name="connsiteY3" fmla="*/ 163491 h 2004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65794" h="200436">
                        <a:moveTo>
                          <a:pt x="0" y="163491"/>
                        </a:moveTo>
                        <a:cubicBezTo>
                          <a:pt x="14624" y="129624"/>
                          <a:pt x="137006" y="-18157"/>
                          <a:pt x="161637" y="1854"/>
                        </a:cubicBezTo>
                        <a:cubicBezTo>
                          <a:pt x="186268" y="21865"/>
                          <a:pt x="94672" y="172727"/>
                          <a:pt x="64654" y="200436"/>
                        </a:cubicBezTo>
                        <a:lnTo>
                          <a:pt x="0" y="1634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>
                    <a:solidFill>
                      <a:srgbClr val="3F3E3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err="1">
                      <a:latin typeface="+mj-lt"/>
                    </a:endParaRPr>
                  </a:p>
                </p:txBody>
              </p:sp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7924C626-1261-4B06-A851-7075F28E6DFD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608640" y="3034770"/>
                    <a:ext cx="207309" cy="118332"/>
                  </a:xfrm>
                  <a:custGeom>
                    <a:avLst/>
                    <a:gdLst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46181 w 138545"/>
                      <a:gd name="connsiteY4" fmla="*/ 41564 h 87746"/>
                      <a:gd name="connsiteX5" fmla="*/ 0 w 138545"/>
                      <a:gd name="connsiteY5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8052"/>
                      <a:gd name="connsiteX1" fmla="*/ 73891 w 138545"/>
                      <a:gd name="connsiteY1" fmla="*/ 87746 h 88052"/>
                      <a:gd name="connsiteX2" fmla="*/ 138545 w 138545"/>
                      <a:gd name="connsiteY2" fmla="*/ 27709 h 88052"/>
                      <a:gd name="connsiteX3" fmla="*/ 96981 w 138545"/>
                      <a:gd name="connsiteY3" fmla="*/ 0 h 88052"/>
                      <a:gd name="connsiteX4" fmla="*/ 0 w 138545"/>
                      <a:gd name="connsiteY4" fmla="*/ 78509 h 88052"/>
                      <a:gd name="connsiteX0" fmla="*/ 188 w 138733"/>
                      <a:gd name="connsiteY0" fmla="*/ 78509 h 97514"/>
                      <a:gd name="connsiteX1" fmla="*/ 74079 w 138733"/>
                      <a:gd name="connsiteY1" fmla="*/ 87746 h 97514"/>
                      <a:gd name="connsiteX2" fmla="*/ 138733 w 138733"/>
                      <a:gd name="connsiteY2" fmla="*/ 27709 h 97514"/>
                      <a:gd name="connsiteX3" fmla="*/ 97169 w 138733"/>
                      <a:gd name="connsiteY3" fmla="*/ 0 h 97514"/>
                      <a:gd name="connsiteX4" fmla="*/ 188 w 138733"/>
                      <a:gd name="connsiteY4" fmla="*/ 78509 h 97514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9150"/>
                      <a:gd name="connsiteY0" fmla="*/ 78509 h 91707"/>
                      <a:gd name="connsiteX1" fmla="*/ 74058 w 139150"/>
                      <a:gd name="connsiteY1" fmla="*/ 87746 h 91707"/>
                      <a:gd name="connsiteX2" fmla="*/ 138712 w 139150"/>
                      <a:gd name="connsiteY2" fmla="*/ 27709 h 91707"/>
                      <a:gd name="connsiteX3" fmla="*/ 97148 w 139150"/>
                      <a:gd name="connsiteY3" fmla="*/ 0 h 91707"/>
                      <a:gd name="connsiteX4" fmla="*/ 167 w 139150"/>
                      <a:gd name="connsiteY4" fmla="*/ 78509 h 91707"/>
                      <a:gd name="connsiteX0" fmla="*/ 167 w 139150"/>
                      <a:gd name="connsiteY0" fmla="*/ 87626 h 100824"/>
                      <a:gd name="connsiteX1" fmla="*/ 74058 w 139150"/>
                      <a:gd name="connsiteY1" fmla="*/ 96863 h 100824"/>
                      <a:gd name="connsiteX2" fmla="*/ 138712 w 139150"/>
                      <a:gd name="connsiteY2" fmla="*/ 36826 h 100824"/>
                      <a:gd name="connsiteX3" fmla="*/ 97148 w 139150"/>
                      <a:gd name="connsiteY3" fmla="*/ 9117 h 100824"/>
                      <a:gd name="connsiteX4" fmla="*/ 167 w 139150"/>
                      <a:gd name="connsiteY4" fmla="*/ 87626 h 100824"/>
                      <a:gd name="connsiteX0" fmla="*/ 167 w 139150"/>
                      <a:gd name="connsiteY0" fmla="*/ 79509 h 92707"/>
                      <a:gd name="connsiteX1" fmla="*/ 74058 w 139150"/>
                      <a:gd name="connsiteY1" fmla="*/ 88746 h 92707"/>
                      <a:gd name="connsiteX2" fmla="*/ 138712 w 139150"/>
                      <a:gd name="connsiteY2" fmla="*/ 28709 h 92707"/>
                      <a:gd name="connsiteX3" fmla="*/ 97148 w 139150"/>
                      <a:gd name="connsiteY3" fmla="*/ 1000 h 92707"/>
                      <a:gd name="connsiteX4" fmla="*/ 167 w 139150"/>
                      <a:gd name="connsiteY4" fmla="*/ 79509 h 92707"/>
                      <a:gd name="connsiteX0" fmla="*/ 167 w 138974"/>
                      <a:gd name="connsiteY0" fmla="*/ 71888 h 85086"/>
                      <a:gd name="connsiteX1" fmla="*/ 74058 w 138974"/>
                      <a:gd name="connsiteY1" fmla="*/ 81125 h 85086"/>
                      <a:gd name="connsiteX2" fmla="*/ 138712 w 138974"/>
                      <a:gd name="connsiteY2" fmla="*/ 21088 h 85086"/>
                      <a:gd name="connsiteX3" fmla="*/ 91899 w 138974"/>
                      <a:gd name="connsiteY3" fmla="*/ 1252 h 85086"/>
                      <a:gd name="connsiteX4" fmla="*/ 167 w 138974"/>
                      <a:gd name="connsiteY4" fmla="*/ 71888 h 85086"/>
                      <a:gd name="connsiteX0" fmla="*/ 278 w 118032"/>
                      <a:gd name="connsiteY0" fmla="*/ 56375 h 82581"/>
                      <a:gd name="connsiteX1" fmla="*/ 53174 w 118032"/>
                      <a:gd name="connsiteY1" fmla="*/ 81359 h 82581"/>
                      <a:gd name="connsiteX2" fmla="*/ 117828 w 118032"/>
                      <a:gd name="connsiteY2" fmla="*/ 21322 h 82581"/>
                      <a:gd name="connsiteX3" fmla="*/ 71015 w 118032"/>
                      <a:gd name="connsiteY3" fmla="*/ 1486 h 82581"/>
                      <a:gd name="connsiteX4" fmla="*/ 278 w 118032"/>
                      <a:gd name="connsiteY4" fmla="*/ 56375 h 82581"/>
                      <a:gd name="connsiteX0" fmla="*/ 220 w 117808"/>
                      <a:gd name="connsiteY0" fmla="*/ 56172 h 67245"/>
                      <a:gd name="connsiteX1" fmla="*/ 63614 w 117808"/>
                      <a:gd name="connsiteY1" fmla="*/ 62785 h 67245"/>
                      <a:gd name="connsiteX2" fmla="*/ 117770 w 117808"/>
                      <a:gd name="connsiteY2" fmla="*/ 21119 h 67245"/>
                      <a:gd name="connsiteX3" fmla="*/ 70957 w 117808"/>
                      <a:gd name="connsiteY3" fmla="*/ 1283 h 67245"/>
                      <a:gd name="connsiteX4" fmla="*/ 220 w 117808"/>
                      <a:gd name="connsiteY4" fmla="*/ 56172 h 672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808" h="67245">
                        <a:moveTo>
                          <a:pt x="220" y="56172"/>
                        </a:moveTo>
                        <a:cubicBezTo>
                          <a:pt x="-3628" y="70796"/>
                          <a:pt x="44022" y="68627"/>
                          <a:pt x="63614" y="62785"/>
                        </a:cubicBezTo>
                        <a:cubicBezTo>
                          <a:pt x="83206" y="56943"/>
                          <a:pt x="116546" y="31369"/>
                          <a:pt x="117770" y="21119"/>
                        </a:cubicBezTo>
                        <a:cubicBezTo>
                          <a:pt x="118994" y="10869"/>
                          <a:pt x="90549" y="-4559"/>
                          <a:pt x="70957" y="1283"/>
                        </a:cubicBezTo>
                        <a:cubicBezTo>
                          <a:pt x="51365" y="7125"/>
                          <a:pt x="61415" y="48373"/>
                          <a:pt x="220" y="56172"/>
                        </a:cubicBezTo>
                        <a:close/>
                      </a:path>
                    </a:pathLst>
                  </a:custGeom>
                  <a:solidFill>
                    <a:srgbClr val="8AC3EF"/>
                  </a:solidFill>
                  <a:ln w="9525">
                    <a:solidFill>
                      <a:srgbClr val="307EBD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err="1">
                      <a:latin typeface="+mj-lt"/>
                    </a:endParaRP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3496631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9C2FF999-F008-1331-E6E0-38EDC8FDB419}"/>
              </a:ext>
            </a:extLst>
          </p:cNvPr>
          <p:cNvSpPr/>
          <p:nvPr userDrawn="1"/>
        </p:nvSpPr>
        <p:spPr>
          <a:xfrm>
            <a:off x="-10750" y="0"/>
            <a:ext cx="122027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2" name="Vrije vorm: vorm 41">
            <a:extLst>
              <a:ext uri="{FF2B5EF4-FFF2-40B4-BE49-F238E27FC236}">
                <a16:creationId xmlns:a16="http://schemas.microsoft.com/office/drawing/2014/main" id="{C60BEEE3-6FC2-1913-7D0E-D2FF66473DA8}"/>
              </a:ext>
            </a:extLst>
          </p:cNvPr>
          <p:cNvSpPr/>
          <p:nvPr/>
        </p:nvSpPr>
        <p:spPr>
          <a:xfrm>
            <a:off x="-10750" y="1"/>
            <a:ext cx="12202750" cy="6857999"/>
          </a:xfrm>
          <a:custGeom>
            <a:avLst/>
            <a:gdLst>
              <a:gd name="connsiteX0" fmla="*/ 12202750 w 12202750"/>
              <a:gd name="connsiteY0" fmla="*/ 3750218 h 6857999"/>
              <a:gd name="connsiteX1" fmla="*/ 12202750 w 12202750"/>
              <a:gd name="connsiteY1" fmla="*/ 6857999 h 6857999"/>
              <a:gd name="connsiteX2" fmla="*/ 11114530 w 12202750"/>
              <a:gd name="connsiteY2" fmla="*/ 6857999 h 6857999"/>
              <a:gd name="connsiteX3" fmla="*/ 11256844 w 12202750"/>
              <a:gd name="connsiteY3" fmla="*/ 6595461 h 6857999"/>
              <a:gd name="connsiteX4" fmla="*/ 12121807 w 12202750"/>
              <a:gd name="connsiteY4" fmla="*/ 4108853 h 6857999"/>
              <a:gd name="connsiteX5" fmla="*/ 7260002 w 12202750"/>
              <a:gd name="connsiteY5" fmla="*/ 0 h 6857999"/>
              <a:gd name="connsiteX6" fmla="*/ 12202750 w 12202750"/>
              <a:gd name="connsiteY6" fmla="*/ 0 h 6857999"/>
              <a:gd name="connsiteX7" fmla="*/ 12202750 w 12202750"/>
              <a:gd name="connsiteY7" fmla="*/ 1540137 h 6857999"/>
              <a:gd name="connsiteX8" fmla="*/ 12200549 w 12202750"/>
              <a:gd name="connsiteY8" fmla="*/ 1543414 h 6857999"/>
              <a:gd name="connsiteX9" fmla="*/ 11867141 w 12202750"/>
              <a:gd name="connsiteY9" fmla="*/ 2106148 h 6857999"/>
              <a:gd name="connsiteX10" fmla="*/ 6343721 w 12202750"/>
              <a:gd name="connsiteY10" fmla="*/ 3249151 h 6857999"/>
              <a:gd name="connsiteX11" fmla="*/ 7248419 w 12202750"/>
              <a:gd name="connsiteY11" fmla="*/ 17042 h 6857999"/>
              <a:gd name="connsiteX12" fmla="*/ 0 w 12202750"/>
              <a:gd name="connsiteY12" fmla="*/ 0 h 6857999"/>
              <a:gd name="connsiteX13" fmla="*/ 4336814 w 12202750"/>
              <a:gd name="connsiteY13" fmla="*/ 0 h 6857999"/>
              <a:gd name="connsiteX14" fmla="*/ 3953814 w 12202750"/>
              <a:gd name="connsiteY14" fmla="*/ 290459 h 6857999"/>
              <a:gd name="connsiteX15" fmla="*/ 34757 w 12202750"/>
              <a:gd name="connsiteY15" fmla="*/ 4907294 h 6857999"/>
              <a:gd name="connsiteX16" fmla="*/ 0 w 12202750"/>
              <a:gd name="connsiteY16" fmla="*/ 5022063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202750" h="6857999">
                <a:moveTo>
                  <a:pt x="12202750" y="3750218"/>
                </a:moveTo>
                <a:lnTo>
                  <a:pt x="12202750" y="6857999"/>
                </a:lnTo>
                <a:lnTo>
                  <a:pt x="11114530" y="6857999"/>
                </a:lnTo>
                <a:lnTo>
                  <a:pt x="11256844" y="6595461"/>
                </a:lnTo>
                <a:cubicBezTo>
                  <a:pt x="11629965" y="5862402"/>
                  <a:pt x="11898764" y="5050891"/>
                  <a:pt x="12121807" y="4108853"/>
                </a:cubicBezTo>
                <a:close/>
                <a:moveTo>
                  <a:pt x="7260002" y="0"/>
                </a:moveTo>
                <a:lnTo>
                  <a:pt x="12202750" y="0"/>
                </a:lnTo>
                <a:lnTo>
                  <a:pt x="12202750" y="1540137"/>
                </a:lnTo>
                <a:lnTo>
                  <a:pt x="12200549" y="1543414"/>
                </a:lnTo>
                <a:cubicBezTo>
                  <a:pt x="12110526" y="1684115"/>
                  <a:pt x="12003525" y="1893029"/>
                  <a:pt x="11867141" y="2106148"/>
                </a:cubicBezTo>
                <a:cubicBezTo>
                  <a:pt x="10880238" y="3959252"/>
                  <a:pt x="7486531" y="6089453"/>
                  <a:pt x="6343721" y="3249151"/>
                </a:cubicBezTo>
                <a:cubicBezTo>
                  <a:pt x="5919494" y="2184051"/>
                  <a:pt x="6486561" y="1153587"/>
                  <a:pt x="7248419" y="17042"/>
                </a:cubicBezTo>
                <a:close/>
                <a:moveTo>
                  <a:pt x="0" y="0"/>
                </a:moveTo>
                <a:lnTo>
                  <a:pt x="4336814" y="0"/>
                </a:lnTo>
                <a:lnTo>
                  <a:pt x="3953814" y="290459"/>
                </a:lnTo>
                <a:cubicBezTo>
                  <a:pt x="2295623" y="1565228"/>
                  <a:pt x="719287" y="2947698"/>
                  <a:pt x="34757" y="4907294"/>
                </a:cubicBezTo>
                <a:lnTo>
                  <a:pt x="0" y="5022063"/>
                </a:lnTo>
                <a:close/>
              </a:path>
            </a:pathLst>
          </a:custGeom>
          <a:solidFill>
            <a:srgbClr val="00B8C8"/>
          </a:solidFill>
          <a:ln w="173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859210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Closure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10752137" cy="1333698"/>
          </a:xfrm>
        </p:spPr>
        <p:txBody>
          <a:bodyPr wrap="square" anchor="b" anchorCtr="0">
            <a:spAutoFit/>
          </a:bodyPr>
          <a:lstStyle>
            <a:lvl1pPr marL="0" indent="0" algn="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/>
              <a:t>Title slide</a:t>
            </a:r>
            <a:br>
              <a:rPr lang="en-GB" noProof="0"/>
            </a:br>
            <a:r>
              <a:rPr lang="en-GB" noProof="0"/>
              <a:t>max. 2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10763113" cy="332399"/>
          </a:xfrm>
        </p:spPr>
        <p:txBody>
          <a:bodyPr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10705040" y="5813671"/>
            <a:ext cx="766235" cy="184666"/>
          </a:xfrm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fld id="{8356D135-3DCC-4F43-956C-8E084B5B3B73}" type="datetime1">
              <a:rPr lang="nl-NL" smtClean="0"/>
              <a:t>12-6-2026</a:t>
            </a:fld>
            <a:endParaRPr lang="en-GB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C93E164C-298E-F36F-9136-0AC365C778F8}"/>
              </a:ext>
            </a:extLst>
          </p:cNvPr>
          <p:cNvGrpSpPr/>
          <p:nvPr userDrawn="1"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22" name="Vrije vorm: vorm 21">
              <a:extLst>
                <a:ext uri="{FF2B5EF4-FFF2-40B4-BE49-F238E27FC236}">
                  <a16:creationId xmlns:a16="http://schemas.microsoft.com/office/drawing/2014/main" id="{C4DE928F-9819-F729-1A30-E5A07740CC27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Vrije vorm: vorm 22">
              <a:extLst>
                <a:ext uri="{FF2B5EF4-FFF2-40B4-BE49-F238E27FC236}">
                  <a16:creationId xmlns:a16="http://schemas.microsoft.com/office/drawing/2014/main" id="{79323DCE-D484-B94A-C1EC-D2F2B931366F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3539D6EA-85DB-9F50-4773-B93829862258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5" name="Vrije vorm: vorm 24">
              <a:extLst>
                <a:ext uri="{FF2B5EF4-FFF2-40B4-BE49-F238E27FC236}">
                  <a16:creationId xmlns:a16="http://schemas.microsoft.com/office/drawing/2014/main" id="{A996BACF-1310-A75D-F3D9-23D926B05697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B50ABAA7-4D3A-64F2-2886-73E38F672A13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94E5B70C-D6DE-08E7-481C-59E036E42088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8D3E4DAB-6265-0F83-A847-5B7F063D48EC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6F52DDD2-B124-1FEF-0F68-3980EB3898A2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926737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457369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Text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03B48DA-2759-4DC2-ADEB-419D18991E4A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97C32B2A-67AA-E6D6-AE57-0F98725B06A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139" y="1565274"/>
            <a:ext cx="10752136" cy="4435476"/>
          </a:xfrm>
        </p:spPr>
        <p:txBody>
          <a:bodyPr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</a:t>
            </a:r>
          </a:p>
          <a:p>
            <a:pPr lvl="2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3"/>
            <a:r>
              <a:rPr lang="en-GB" noProof="0"/>
              <a:t>Title/Quote</a:t>
            </a:r>
          </a:p>
          <a:p>
            <a:pPr lvl="4"/>
            <a:r>
              <a:rPr lang="en-GB" noProof="0"/>
              <a:t>Subtitle</a:t>
            </a:r>
          </a:p>
          <a:p>
            <a:pPr lvl="5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  <a:p>
            <a:pPr lvl="8"/>
            <a:endParaRPr lang="en-GB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  <a:endParaRPr lang="en-GB"/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C37508DF-E7AE-13D6-A5D2-641AAF042AAA}"/>
              </a:ext>
            </a:extLst>
          </p:cNvPr>
          <p:cNvGrpSpPr/>
          <p:nvPr userDrawn="1"/>
        </p:nvGrpSpPr>
        <p:grpSpPr>
          <a:xfrm>
            <a:off x="-3786437" y="0"/>
            <a:ext cx="3693386" cy="5359349"/>
            <a:chOff x="-3786437" y="0"/>
            <a:chExt cx="3693386" cy="5359349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5B292675-B31B-1A55-BD2C-CDC7BD1CA441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A35309F0-A4E8-85D2-9E3E-CD49CB4ACB66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274035FC-FAE5-FEDD-FC98-2DC0B4C24BCC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37703DCC-3613-510F-E6EF-B5E9E9799A45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857BEEE0-E6E0-FB2B-D415-EFFBE579EBC6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4A8D04C8-99F4-D837-93EF-0CEF277D20BF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885181B5-3158-376F-D926-AFA9513F2A9E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32DDA1C-171F-8981-2B90-6FD5AE5AE94F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3A02263B-52A4-C14C-D38F-4716D86E6247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A6C7CC7F-B1A2-466F-BC08-67D17171E5CA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17" name="Ovaal 16">
              <a:extLst>
                <a:ext uri="{FF2B5EF4-FFF2-40B4-BE49-F238E27FC236}">
                  <a16:creationId xmlns:a16="http://schemas.microsoft.com/office/drawing/2014/main" id="{6A00CAE5-EA4E-3025-8837-EA7504B1D9F6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F41C09A2-C386-E45E-EA25-81D4F1651481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19" name="Ovaal 18">
              <a:extLst>
                <a:ext uri="{FF2B5EF4-FFF2-40B4-BE49-F238E27FC236}">
                  <a16:creationId xmlns:a16="http://schemas.microsoft.com/office/drawing/2014/main" id="{9B5207EA-F3B0-451A-9F45-19370FF77EB5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205AA4BC-7FD8-C844-72C1-057F452AA55F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AFC95C2C-6412-7491-A24B-BE1590B0990F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032E4A44-CF49-C369-C31E-82F68244C422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4" name="Ovaal 23">
              <a:extLst>
                <a:ext uri="{FF2B5EF4-FFF2-40B4-BE49-F238E27FC236}">
                  <a16:creationId xmlns:a16="http://schemas.microsoft.com/office/drawing/2014/main" id="{B88B0BBC-401D-B4B9-EAB9-5F732A603B2F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10923C3B-92D8-3D47-9A1C-12BD19290B48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26" name="Ovaal 25">
              <a:extLst>
                <a:ext uri="{FF2B5EF4-FFF2-40B4-BE49-F238E27FC236}">
                  <a16:creationId xmlns:a16="http://schemas.microsoft.com/office/drawing/2014/main" id="{00353552-7BED-DF4A-354B-1CF349A225AF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A0A50B02-FA01-EBB9-5857-57CCBD40A9DB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4D2AF1E5-FFF3-DAA5-C984-86F4BCBE2FB2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29" name="ICOON_info">
              <a:extLst>
                <a:ext uri="{FF2B5EF4-FFF2-40B4-BE49-F238E27FC236}">
                  <a16:creationId xmlns:a16="http://schemas.microsoft.com/office/drawing/2014/main" id="{2748128B-F3DF-8964-29ED-3D14A1FB1EF0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77" name="Ovaal 76">
                <a:extLst>
                  <a:ext uri="{FF2B5EF4-FFF2-40B4-BE49-F238E27FC236}">
                    <a16:creationId xmlns:a16="http://schemas.microsoft.com/office/drawing/2014/main" id="{DDA583D6-D08D-95C4-A005-D82C60FD32FC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8" name="Graphic 163" descr="Informatie">
                <a:extLst>
                  <a:ext uri="{FF2B5EF4-FFF2-40B4-BE49-F238E27FC236}">
                    <a16:creationId xmlns:a16="http://schemas.microsoft.com/office/drawing/2014/main" id="{C4BE452F-9BDF-A18D-0A7D-AE18F26993F0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0" name="VOORBEELD">
              <a:extLst>
                <a:ext uri="{FF2B5EF4-FFF2-40B4-BE49-F238E27FC236}">
                  <a16:creationId xmlns:a16="http://schemas.microsoft.com/office/drawing/2014/main" id="{BCBE1EE9-F025-40A3-DAA5-C00A8F948100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37" name="Rechthoek 36">
                <a:extLst>
                  <a:ext uri="{FF2B5EF4-FFF2-40B4-BE49-F238E27FC236}">
                    <a16:creationId xmlns:a16="http://schemas.microsoft.com/office/drawing/2014/main" id="{6D4FCD4E-E6C2-559E-740C-BD3369614F9E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38" name="Rechthoek 37">
                <a:extLst>
                  <a:ext uri="{FF2B5EF4-FFF2-40B4-BE49-F238E27FC236}">
                    <a16:creationId xmlns:a16="http://schemas.microsoft.com/office/drawing/2014/main" id="{F538757F-568E-4976-EF92-B878B06C8347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8174DEE9-1EA6-20ED-3D9D-BB2603482DE8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0" name="Groep 69">
                  <a:extLst>
                    <a:ext uri="{FF2B5EF4-FFF2-40B4-BE49-F238E27FC236}">
                      <a16:creationId xmlns:a16="http://schemas.microsoft.com/office/drawing/2014/main" id="{0D1A3735-2B7A-FFC7-051F-149C12647F5A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64E3276F-49E2-0662-ECF1-9C8A1C0E0CB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3" name="Rechte verbindingslijn 72">
                    <a:extLst>
                      <a:ext uri="{FF2B5EF4-FFF2-40B4-BE49-F238E27FC236}">
                        <a16:creationId xmlns:a16="http://schemas.microsoft.com/office/drawing/2014/main" id="{F64D2204-8B03-7D97-0C60-288B8466B4C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4" name="Rechte verbindingslijn 73">
                    <a:extLst>
                      <a:ext uri="{FF2B5EF4-FFF2-40B4-BE49-F238E27FC236}">
                        <a16:creationId xmlns:a16="http://schemas.microsoft.com/office/drawing/2014/main" id="{C2604207-5D6B-EF04-2B7A-80E2010DBE8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5" name="Rechte verbindingslijn 74">
                    <a:extLst>
                      <a:ext uri="{FF2B5EF4-FFF2-40B4-BE49-F238E27FC236}">
                        <a16:creationId xmlns:a16="http://schemas.microsoft.com/office/drawing/2014/main" id="{B408F0C2-D0E5-B3F9-CDCB-95445399A27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724B0BCE-2A38-E76C-9EA2-2C55A56D349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1" name="Pijl: rechts 70">
                  <a:extLst>
                    <a:ext uri="{FF2B5EF4-FFF2-40B4-BE49-F238E27FC236}">
                      <a16:creationId xmlns:a16="http://schemas.microsoft.com/office/drawing/2014/main" id="{C33085CB-98EA-39F4-85B3-7753B789EE4B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0" name="Groep 39">
                <a:extLst>
                  <a:ext uri="{FF2B5EF4-FFF2-40B4-BE49-F238E27FC236}">
                    <a16:creationId xmlns:a16="http://schemas.microsoft.com/office/drawing/2014/main" id="{211BFD96-7DB8-EEE6-7010-BCB6BA4C543F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3" name="Groep 62">
                  <a:extLst>
                    <a:ext uri="{FF2B5EF4-FFF2-40B4-BE49-F238E27FC236}">
                      <a16:creationId xmlns:a16="http://schemas.microsoft.com/office/drawing/2014/main" id="{259AB1ED-C075-609B-CE74-4A2A4D0B2906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CD8A9BA2-5A9F-EAE1-5568-4D6D601A866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6" name="Rechte verbindingslijn 65">
                    <a:extLst>
                      <a:ext uri="{FF2B5EF4-FFF2-40B4-BE49-F238E27FC236}">
                        <a16:creationId xmlns:a16="http://schemas.microsoft.com/office/drawing/2014/main" id="{C2D8F76A-79D8-E421-3CA4-A053AE88A42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7" name="Rechte verbindingslijn 66">
                    <a:extLst>
                      <a:ext uri="{FF2B5EF4-FFF2-40B4-BE49-F238E27FC236}">
                        <a16:creationId xmlns:a16="http://schemas.microsoft.com/office/drawing/2014/main" id="{CB7FB5FE-22DF-9FE1-40CA-3DF9C034060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8" name="Rechte verbindingslijn 67">
                    <a:extLst>
                      <a:ext uri="{FF2B5EF4-FFF2-40B4-BE49-F238E27FC236}">
                        <a16:creationId xmlns:a16="http://schemas.microsoft.com/office/drawing/2014/main" id="{478A052E-2E80-0B09-7391-A07054E9D63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0EE57897-7B96-6834-B33C-C46342E0F2D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4" name="Pijl: rechts 63">
                  <a:extLst>
                    <a:ext uri="{FF2B5EF4-FFF2-40B4-BE49-F238E27FC236}">
                      <a16:creationId xmlns:a16="http://schemas.microsoft.com/office/drawing/2014/main" id="{1EE7C1A8-F4A3-2DFD-F5D3-1DBBD741C637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1" name="Rechte verbindingslijn 40">
                <a:extLst>
                  <a:ext uri="{FF2B5EF4-FFF2-40B4-BE49-F238E27FC236}">
                    <a16:creationId xmlns:a16="http://schemas.microsoft.com/office/drawing/2014/main" id="{D5EE5550-53F1-A3FA-624E-D82C7A4806C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2" name="Rechte verbindingslijn 41">
                <a:extLst>
                  <a:ext uri="{FF2B5EF4-FFF2-40B4-BE49-F238E27FC236}">
                    <a16:creationId xmlns:a16="http://schemas.microsoft.com/office/drawing/2014/main" id="{976EC336-1566-A061-0BFC-9D665C8B018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3" name="Rechthoek 42">
                <a:extLst>
                  <a:ext uri="{FF2B5EF4-FFF2-40B4-BE49-F238E27FC236}">
                    <a16:creationId xmlns:a16="http://schemas.microsoft.com/office/drawing/2014/main" id="{4CCB6AAC-6450-2ED9-21C1-390C5D84C5D7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4" name="Rechthoek 43">
                <a:extLst>
                  <a:ext uri="{FF2B5EF4-FFF2-40B4-BE49-F238E27FC236}">
                    <a16:creationId xmlns:a16="http://schemas.microsoft.com/office/drawing/2014/main" id="{D09BBA50-E454-731D-445E-61A0E20CAFD1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5" name="Groep 44">
                <a:extLst>
                  <a:ext uri="{FF2B5EF4-FFF2-40B4-BE49-F238E27FC236}">
                    <a16:creationId xmlns:a16="http://schemas.microsoft.com/office/drawing/2014/main" id="{E6299F8D-2530-CD86-49B1-B21076DE7FD1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5" name="Rechthoek 54">
                  <a:extLst>
                    <a:ext uri="{FF2B5EF4-FFF2-40B4-BE49-F238E27FC236}">
                      <a16:creationId xmlns:a16="http://schemas.microsoft.com/office/drawing/2014/main" id="{B6BA80A6-3080-1B5D-9BA0-2E05C4C2DFC4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6" name="Groep 55">
                  <a:extLst>
                    <a:ext uri="{FF2B5EF4-FFF2-40B4-BE49-F238E27FC236}">
                      <a16:creationId xmlns:a16="http://schemas.microsoft.com/office/drawing/2014/main" id="{9554AB33-7133-1169-EDDC-77429B9C16A4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493F65E9-5995-281D-B5E6-D05B120B5DB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9" name="Rechte verbindingslijn 58">
                    <a:extLst>
                      <a:ext uri="{FF2B5EF4-FFF2-40B4-BE49-F238E27FC236}">
                        <a16:creationId xmlns:a16="http://schemas.microsoft.com/office/drawing/2014/main" id="{A4968D85-AB9D-DDFB-CDDD-8430ECE46EB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0" name="Rechte verbindingslijn 59">
                    <a:extLst>
                      <a:ext uri="{FF2B5EF4-FFF2-40B4-BE49-F238E27FC236}">
                        <a16:creationId xmlns:a16="http://schemas.microsoft.com/office/drawing/2014/main" id="{2D3ADD57-7DCA-42D2-78F4-7D31A2159A9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1" name="Rechte verbindingslijn 60">
                    <a:extLst>
                      <a:ext uri="{FF2B5EF4-FFF2-40B4-BE49-F238E27FC236}">
                        <a16:creationId xmlns:a16="http://schemas.microsoft.com/office/drawing/2014/main" id="{DD1210B4-9A58-1F7D-1F68-6FA23AD1B64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BABAC1B0-CED1-B770-5C1F-1E28A9CF594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7" name="Pijl: rechts 56">
                  <a:extLst>
                    <a:ext uri="{FF2B5EF4-FFF2-40B4-BE49-F238E27FC236}">
                      <a16:creationId xmlns:a16="http://schemas.microsoft.com/office/drawing/2014/main" id="{0D11D7DA-EA9F-B8F5-4069-C3537032C7BA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6" name="Groep 45">
                <a:extLst>
                  <a:ext uri="{FF2B5EF4-FFF2-40B4-BE49-F238E27FC236}">
                    <a16:creationId xmlns:a16="http://schemas.microsoft.com/office/drawing/2014/main" id="{339BAD63-756C-7F62-0EBB-D926343AC496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6390F651-A213-85A1-438F-DA57CB84D7D3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48" name="Groep 47">
                  <a:extLst>
                    <a:ext uri="{FF2B5EF4-FFF2-40B4-BE49-F238E27FC236}">
                      <a16:creationId xmlns:a16="http://schemas.microsoft.com/office/drawing/2014/main" id="{94CE63C1-616F-141B-D19C-DED13D6C658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0" name="Rechte verbindingslijn 49">
                    <a:extLst>
                      <a:ext uri="{FF2B5EF4-FFF2-40B4-BE49-F238E27FC236}">
                        <a16:creationId xmlns:a16="http://schemas.microsoft.com/office/drawing/2014/main" id="{BF0C2197-CACB-B4E4-A2E4-566797CD7E2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1" name="Rechte verbindingslijn 50">
                    <a:extLst>
                      <a:ext uri="{FF2B5EF4-FFF2-40B4-BE49-F238E27FC236}">
                        <a16:creationId xmlns:a16="http://schemas.microsoft.com/office/drawing/2014/main" id="{190BDEE9-CF49-BE46-5188-5D10ACDA5F2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2" name="Rechte verbindingslijn 51">
                    <a:extLst>
                      <a:ext uri="{FF2B5EF4-FFF2-40B4-BE49-F238E27FC236}">
                        <a16:creationId xmlns:a16="http://schemas.microsoft.com/office/drawing/2014/main" id="{C52FB0A9-A081-6ABD-0104-4D69BC6047C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3" name="Rechte verbindingslijn 52">
                    <a:extLst>
                      <a:ext uri="{FF2B5EF4-FFF2-40B4-BE49-F238E27FC236}">
                        <a16:creationId xmlns:a16="http://schemas.microsoft.com/office/drawing/2014/main" id="{90AADF44-5DAD-C621-08AF-BA2CECCC286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F34EBD70-3E9F-6F1F-5976-97222BD624C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49" name="Pijl: rechts 48">
                  <a:extLst>
                    <a:ext uri="{FF2B5EF4-FFF2-40B4-BE49-F238E27FC236}">
                      <a16:creationId xmlns:a16="http://schemas.microsoft.com/office/drawing/2014/main" id="{F2DF7555-0BAD-5E82-C70F-311AF2D096A2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1" name="Groep 30">
              <a:extLst>
                <a:ext uri="{FF2B5EF4-FFF2-40B4-BE49-F238E27FC236}">
                  <a16:creationId xmlns:a16="http://schemas.microsoft.com/office/drawing/2014/main" id="{F5190837-775F-410C-906A-BB5FCA95E368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2" name="Inspireren">
                <a:extLst>
                  <a:ext uri="{FF2B5EF4-FFF2-40B4-BE49-F238E27FC236}">
                    <a16:creationId xmlns:a16="http://schemas.microsoft.com/office/drawing/2014/main" id="{D30132C9-2025-5C44-46AE-221ABEFB5E0F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4" name="Freeform 12">
                  <a:extLst>
                    <a:ext uri="{FF2B5EF4-FFF2-40B4-BE49-F238E27FC236}">
                      <a16:creationId xmlns:a16="http://schemas.microsoft.com/office/drawing/2014/main" id="{DCDB8C4F-1930-4C7B-600F-9099358475E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5" name="Freeform 13">
                  <a:extLst>
                    <a:ext uri="{FF2B5EF4-FFF2-40B4-BE49-F238E27FC236}">
                      <a16:creationId xmlns:a16="http://schemas.microsoft.com/office/drawing/2014/main" id="{0F4655FA-5BCA-5C0C-7839-6BDE067F0D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6" name="Freeform 14">
                  <a:extLst>
                    <a:ext uri="{FF2B5EF4-FFF2-40B4-BE49-F238E27FC236}">
                      <a16:creationId xmlns:a16="http://schemas.microsoft.com/office/drawing/2014/main" id="{4C8E76B0-8063-A13C-8266-95910CE7688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3" name="Tekstvak 32">
                <a:extLst>
                  <a:ext uri="{FF2B5EF4-FFF2-40B4-BE49-F238E27FC236}">
                    <a16:creationId xmlns:a16="http://schemas.microsoft.com/office/drawing/2014/main" id="{771AE7A1-D522-5F70-E69D-F82BBBDBD65D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7838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1008931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Title only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3679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+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D511B4CD-103C-593D-613C-2346A35667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0751" y="0"/>
            <a:ext cx="12202751" cy="6858000"/>
          </a:xfrm>
          <a:custGeom>
            <a:avLst/>
            <a:gdLst>
              <a:gd name="connsiteX0" fmla="*/ 9196825 w 12202751"/>
              <a:gd name="connsiteY0" fmla="*/ 6253791 h 6858000"/>
              <a:gd name="connsiteX1" fmla="*/ 9228283 w 12202751"/>
              <a:gd name="connsiteY1" fmla="*/ 6260764 h 6858000"/>
              <a:gd name="connsiteX2" fmla="*/ 9319129 w 12202751"/>
              <a:gd name="connsiteY2" fmla="*/ 6797771 h 6858000"/>
              <a:gd name="connsiteX3" fmla="*/ 9315062 w 12202751"/>
              <a:gd name="connsiteY3" fmla="*/ 6858000 h 6858000"/>
              <a:gd name="connsiteX4" fmla="*/ 8712780 w 12202751"/>
              <a:gd name="connsiteY4" fmla="*/ 6858000 h 6858000"/>
              <a:gd name="connsiteX5" fmla="*/ 8752852 w 12202751"/>
              <a:gd name="connsiteY5" fmla="*/ 6786092 h 6858000"/>
              <a:gd name="connsiteX6" fmla="*/ 9165949 w 12202751"/>
              <a:gd name="connsiteY6" fmla="*/ 6254507 h 6858000"/>
              <a:gd name="connsiteX7" fmla="*/ 9196825 w 12202751"/>
              <a:gd name="connsiteY7" fmla="*/ 6253791 h 6858000"/>
              <a:gd name="connsiteX8" fmla="*/ 6322661 w 12202751"/>
              <a:gd name="connsiteY8" fmla="*/ 860036 h 6858000"/>
              <a:gd name="connsiteX9" fmla="*/ 6406295 w 12202751"/>
              <a:gd name="connsiteY9" fmla="*/ 923793 h 6858000"/>
              <a:gd name="connsiteX10" fmla="*/ 6343263 w 12202751"/>
              <a:gd name="connsiteY10" fmla="*/ 1578190 h 6858000"/>
              <a:gd name="connsiteX11" fmla="*/ 3612233 w 12202751"/>
              <a:gd name="connsiteY11" fmla="*/ 6735009 h 6858000"/>
              <a:gd name="connsiteX12" fmla="*/ 3592717 w 12202751"/>
              <a:gd name="connsiteY12" fmla="*/ 6858000 h 6858000"/>
              <a:gd name="connsiteX13" fmla="*/ 0 w 12202751"/>
              <a:gd name="connsiteY13" fmla="*/ 6858000 h 6858000"/>
              <a:gd name="connsiteX14" fmla="*/ 0 w 12202751"/>
              <a:gd name="connsiteY14" fmla="*/ 6632489 h 6858000"/>
              <a:gd name="connsiteX15" fmla="*/ 339610 w 12202751"/>
              <a:gd name="connsiteY15" fmla="*/ 6322172 h 6858000"/>
              <a:gd name="connsiteX16" fmla="*/ 5674132 w 12202751"/>
              <a:gd name="connsiteY16" fmla="*/ 1607274 h 6858000"/>
              <a:gd name="connsiteX17" fmla="*/ 6322661 w 12202751"/>
              <a:gd name="connsiteY17" fmla="*/ 860036 h 6858000"/>
              <a:gd name="connsiteX18" fmla="*/ 11650950 w 12202751"/>
              <a:gd name="connsiteY18" fmla="*/ 0 h 6858000"/>
              <a:gd name="connsiteX19" fmla="*/ 12202751 w 12202751"/>
              <a:gd name="connsiteY19" fmla="*/ 0 h 6858000"/>
              <a:gd name="connsiteX20" fmla="*/ 12202751 w 12202751"/>
              <a:gd name="connsiteY20" fmla="*/ 4442690 h 6858000"/>
              <a:gd name="connsiteX21" fmla="*/ 12090669 w 12202751"/>
              <a:gd name="connsiteY21" fmla="*/ 4422014 h 6858000"/>
              <a:gd name="connsiteX22" fmla="*/ 10571396 w 12202751"/>
              <a:gd name="connsiteY22" fmla="*/ 2213198 h 6858000"/>
              <a:gd name="connsiteX23" fmla="*/ 11525799 w 12202751"/>
              <a:gd name="connsiteY23" fmla="*/ 135882 h 6858000"/>
              <a:gd name="connsiteX24" fmla="*/ 0 w 12202751"/>
              <a:gd name="connsiteY24" fmla="*/ 0 h 6858000"/>
              <a:gd name="connsiteX25" fmla="*/ 2054194 w 12202751"/>
              <a:gd name="connsiteY25" fmla="*/ 0 h 6858000"/>
              <a:gd name="connsiteX26" fmla="*/ 1941123 w 12202751"/>
              <a:gd name="connsiteY26" fmla="*/ 75811 h 6858000"/>
              <a:gd name="connsiteX27" fmla="*/ 206525 w 12202751"/>
              <a:gd name="connsiteY27" fmla="*/ 1437904 h 6858000"/>
              <a:gd name="connsiteX28" fmla="*/ 0 w 12202751"/>
              <a:gd name="connsiteY28" fmla="*/ 16323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2202751" h="6858000">
                <a:moveTo>
                  <a:pt x="9196825" y="6253791"/>
                </a:moveTo>
                <a:cubicBezTo>
                  <a:pt x="9207202" y="6254820"/>
                  <a:pt x="9217676" y="6257130"/>
                  <a:pt x="9228283" y="6260764"/>
                </a:cubicBezTo>
                <a:cubicBezTo>
                  <a:pt x="9307834" y="6289395"/>
                  <a:pt x="9333091" y="6516346"/>
                  <a:pt x="9319129" y="6797771"/>
                </a:cubicBezTo>
                <a:lnTo>
                  <a:pt x="9315062" y="6858000"/>
                </a:lnTo>
                <a:lnTo>
                  <a:pt x="8712780" y="6858000"/>
                </a:lnTo>
                <a:lnTo>
                  <a:pt x="8752852" y="6786092"/>
                </a:lnTo>
                <a:cubicBezTo>
                  <a:pt x="8924836" y="6476801"/>
                  <a:pt x="9040774" y="6272774"/>
                  <a:pt x="9165949" y="6254507"/>
                </a:cubicBezTo>
                <a:cubicBezTo>
                  <a:pt x="9176167" y="6253017"/>
                  <a:pt x="9186447" y="6252763"/>
                  <a:pt x="9196825" y="6253791"/>
                </a:cubicBezTo>
                <a:close/>
                <a:moveTo>
                  <a:pt x="6322661" y="860036"/>
                </a:moveTo>
                <a:cubicBezTo>
                  <a:pt x="6359190" y="857387"/>
                  <a:pt x="6388114" y="876530"/>
                  <a:pt x="6406295" y="923793"/>
                </a:cubicBezTo>
                <a:cubicBezTo>
                  <a:pt x="6454783" y="1049825"/>
                  <a:pt x="6420842" y="1229178"/>
                  <a:pt x="6343263" y="1578190"/>
                </a:cubicBezTo>
                <a:cubicBezTo>
                  <a:pt x="5856638" y="3709453"/>
                  <a:pt x="3958041" y="5234882"/>
                  <a:pt x="3612233" y="6735009"/>
                </a:cubicBezTo>
                <a:lnTo>
                  <a:pt x="3592717" y="6858000"/>
                </a:lnTo>
                <a:lnTo>
                  <a:pt x="0" y="6858000"/>
                </a:lnTo>
                <a:lnTo>
                  <a:pt x="0" y="6632489"/>
                </a:lnTo>
                <a:lnTo>
                  <a:pt x="339610" y="6322172"/>
                </a:lnTo>
                <a:cubicBezTo>
                  <a:pt x="2196386" y="4691797"/>
                  <a:pt x="4577580" y="3447091"/>
                  <a:pt x="5674132" y="1607274"/>
                </a:cubicBezTo>
                <a:cubicBezTo>
                  <a:pt x="5863234" y="1292194"/>
                  <a:pt x="6164370" y="871513"/>
                  <a:pt x="6322661" y="860036"/>
                </a:cubicBezTo>
                <a:close/>
                <a:moveTo>
                  <a:pt x="11650950" y="0"/>
                </a:moveTo>
                <a:lnTo>
                  <a:pt x="12202751" y="0"/>
                </a:lnTo>
                <a:lnTo>
                  <a:pt x="12202751" y="4442690"/>
                </a:lnTo>
                <a:lnTo>
                  <a:pt x="12090669" y="4422014"/>
                </a:lnTo>
                <a:cubicBezTo>
                  <a:pt x="11211465" y="4223417"/>
                  <a:pt x="10568413" y="3552240"/>
                  <a:pt x="10571396" y="2213198"/>
                </a:cubicBezTo>
                <a:cubicBezTo>
                  <a:pt x="10572439" y="1498198"/>
                  <a:pt x="10939503" y="807920"/>
                  <a:pt x="11525799" y="135882"/>
                </a:cubicBezTo>
                <a:close/>
                <a:moveTo>
                  <a:pt x="0" y="0"/>
                </a:moveTo>
                <a:lnTo>
                  <a:pt x="2054194" y="0"/>
                </a:lnTo>
                <a:lnTo>
                  <a:pt x="1941123" y="75811"/>
                </a:lnTo>
                <a:cubicBezTo>
                  <a:pt x="1355823" y="476321"/>
                  <a:pt x="767225" y="928929"/>
                  <a:pt x="206525" y="1437904"/>
                </a:cubicBezTo>
                <a:lnTo>
                  <a:pt x="0" y="1632346"/>
                </a:lnTo>
                <a:close/>
              </a:path>
            </a:pathLst>
          </a:custGeom>
          <a:solidFill>
            <a:srgbClr val="00B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989968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Title slide + image</a:t>
            </a:r>
          </a:p>
        </p:txBody>
      </p:sp>
      <p:grpSp>
        <p:nvGrpSpPr>
          <p:cNvPr id="8" name="Graphic 4">
            <a:extLst>
              <a:ext uri="{FF2B5EF4-FFF2-40B4-BE49-F238E27FC236}">
                <a16:creationId xmlns:a16="http://schemas.microsoft.com/office/drawing/2014/main" id="{F8EDA2E5-8990-6524-1F90-5CF9A0ABE743}"/>
              </a:ext>
            </a:extLst>
          </p:cNvPr>
          <p:cNvGrpSpPr/>
          <p:nvPr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9" name="Vrije vorm: vorm 8">
              <a:extLst>
                <a:ext uri="{FF2B5EF4-FFF2-40B4-BE49-F238E27FC236}">
                  <a16:creationId xmlns:a16="http://schemas.microsoft.com/office/drawing/2014/main" id="{14F687E5-3F7F-C866-9EB7-85E0F55F5463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59449444-9956-51CD-FA6E-807D2DAA76C3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Vrije vorm: vorm 10">
              <a:extLst>
                <a:ext uri="{FF2B5EF4-FFF2-40B4-BE49-F238E27FC236}">
                  <a16:creationId xmlns:a16="http://schemas.microsoft.com/office/drawing/2014/main" id="{38D46059-DB59-DD28-5BD0-842E6FDED580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Vrije vorm: vorm 11">
              <a:extLst>
                <a:ext uri="{FF2B5EF4-FFF2-40B4-BE49-F238E27FC236}">
                  <a16:creationId xmlns:a16="http://schemas.microsoft.com/office/drawing/2014/main" id="{1D9EED3E-2DF3-39B2-4ABF-9A9E2C76D6B1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Vrije vorm: vorm 12">
              <a:extLst>
                <a:ext uri="{FF2B5EF4-FFF2-40B4-BE49-F238E27FC236}">
                  <a16:creationId xmlns:a16="http://schemas.microsoft.com/office/drawing/2014/main" id="{FE872223-5E47-AEA4-3F51-C5DC13B053E8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Vrije vorm: vorm 13">
              <a:extLst>
                <a:ext uri="{FF2B5EF4-FFF2-40B4-BE49-F238E27FC236}">
                  <a16:creationId xmlns:a16="http://schemas.microsoft.com/office/drawing/2014/main" id="{3E81D4D2-DEFC-7F03-C7F1-7B01AE4AF1EC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Vrije vorm: vorm 14">
              <a:extLst>
                <a:ext uri="{FF2B5EF4-FFF2-40B4-BE49-F238E27FC236}">
                  <a16:creationId xmlns:a16="http://schemas.microsoft.com/office/drawing/2014/main" id="{22E0BAD8-5DCF-72B7-FB7A-91979F996E51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Vrije vorm: vorm 15">
              <a:extLst>
                <a:ext uri="{FF2B5EF4-FFF2-40B4-BE49-F238E27FC236}">
                  <a16:creationId xmlns:a16="http://schemas.microsoft.com/office/drawing/2014/main" id="{6779A44D-156E-169E-45E9-81901A8F6C6D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5865553" cy="1333698"/>
          </a:xfrm>
        </p:spPr>
        <p:txBody>
          <a:bodyPr wrap="square" anchor="b" anchorCtr="0">
            <a:spAutoFit/>
          </a:bodyPr>
          <a:lstStyle>
            <a:lvl1pPr marL="0" indent="0" algn="l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/>
              <a:t>Title slide</a:t>
            </a:r>
            <a:br>
              <a:rPr lang="en-GB" noProof="0"/>
            </a:br>
            <a:r>
              <a:rPr lang="en-GB" noProof="0"/>
              <a:t>max. 3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5871541" cy="332399"/>
          </a:xfrm>
        </p:spPr>
        <p:txBody>
          <a:bodyPr wrap="square">
            <a:spAutoFit/>
          </a:bodyPr>
          <a:lstStyle>
            <a:lvl1pPr marL="0" indent="0" algn="l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5813671"/>
            <a:ext cx="766235" cy="184666"/>
          </a:xfrm>
        </p:spPr>
        <p:txBody>
          <a:bodyPr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190CA508-B273-4D53-A64E-FB05E270E0EA}" type="datetime1">
              <a:rPr lang="nl-NL" smtClean="0"/>
              <a:t>12-6-2026</a:t>
            </a:fld>
            <a:endParaRPr lang="en-GB"/>
          </a:p>
        </p:txBody>
      </p: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7797F04D-8400-F770-AED2-A49B8F1C47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3" hasCustomPrompt="1"/>
          </p:nvPr>
        </p:nvSpPr>
        <p:spPr>
          <a:xfrm>
            <a:off x="7308357" y="0"/>
            <a:ext cx="4883643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Select this placeholder, go to the tab ‘</a:t>
            </a:r>
            <a:r>
              <a:rPr lang="en-GB" noProof="0" err="1"/>
              <a:t>Slidebuilder</a:t>
            </a:r>
            <a:r>
              <a:rPr lang="en-GB" noProof="0"/>
              <a:t>’, </a:t>
            </a:r>
            <a:br>
              <a:rPr lang="en-GB" noProof="0"/>
            </a:br>
            <a:r>
              <a:rPr lang="en-GB" noProof="0"/>
              <a:t>click on ‘Images’, select the preferred image </a:t>
            </a:r>
            <a:br>
              <a:rPr lang="en-GB" noProof="0"/>
            </a:br>
            <a:r>
              <a:rPr lang="en-GB" noProof="0"/>
              <a:t>and click on ‘Insert’.</a:t>
            </a:r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83D36BAF-6A46-FC70-F348-9474E690DA0E}"/>
              </a:ext>
            </a:extLst>
          </p:cNvPr>
          <p:cNvGrpSpPr/>
          <p:nvPr userDrawn="1"/>
        </p:nvGrpSpPr>
        <p:grpSpPr>
          <a:xfrm>
            <a:off x="12377595" y="-1"/>
            <a:ext cx="3693386" cy="6640349"/>
            <a:chOff x="-3786165" y="-1"/>
            <a:chExt cx="3693386" cy="6640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0DBC8A3-9289-CF0F-D83A-22ACEA901D98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4B3C2751-ECA8-33FA-C952-CE2744AF3944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153EE913-A752-7B9F-74CE-B992B74D85EC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" name="Ovaal 20">
              <a:extLst>
                <a:ext uri="{FF2B5EF4-FFF2-40B4-BE49-F238E27FC236}">
                  <a16:creationId xmlns:a16="http://schemas.microsoft.com/office/drawing/2014/main" id="{2E075884-D63D-46F1-2CE9-D356783C7476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B282691-AE0D-DE69-2960-8B2159DDCF08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23" name="Ovaal 22">
              <a:extLst>
                <a:ext uri="{FF2B5EF4-FFF2-40B4-BE49-F238E27FC236}">
                  <a16:creationId xmlns:a16="http://schemas.microsoft.com/office/drawing/2014/main" id="{7D772366-0161-D434-5A40-B5AB54A21116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405EF644-5856-009F-B6B2-2388E6B26EDE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956B1FB0-6592-EF9B-BE28-215FB072E5AF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0F71E3C-E372-CF85-F539-0EF7E3B9730B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65" name="Rechthoek 64">
                <a:extLst>
                  <a:ext uri="{FF2B5EF4-FFF2-40B4-BE49-F238E27FC236}">
                    <a16:creationId xmlns:a16="http://schemas.microsoft.com/office/drawing/2014/main" id="{D1D8DD9D-7249-438D-35D0-2B2C4567EF45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6" name="Rechthoek 65">
                <a:extLst>
                  <a:ext uri="{FF2B5EF4-FFF2-40B4-BE49-F238E27FC236}">
                    <a16:creationId xmlns:a16="http://schemas.microsoft.com/office/drawing/2014/main" id="{B882E159-1ED3-DF4C-C190-0DCB38B3E7E1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67" name="Groep 66">
                <a:extLst>
                  <a:ext uri="{FF2B5EF4-FFF2-40B4-BE49-F238E27FC236}">
                    <a16:creationId xmlns:a16="http://schemas.microsoft.com/office/drawing/2014/main" id="{0196836D-26AB-A279-ACAB-AB403730A39D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80" name="Rechthoek: afgeronde hoeken 79">
                  <a:extLst>
                    <a:ext uri="{FF2B5EF4-FFF2-40B4-BE49-F238E27FC236}">
                      <a16:creationId xmlns:a16="http://schemas.microsoft.com/office/drawing/2014/main" id="{7F8EFFB0-0CC4-7DB1-BE0B-6DB955BD6066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18F9C8D2-CE79-6EAE-50AF-9849C54D6923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D3E71A50-FF9D-B0D1-159A-433E0E0212C5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92A06DF3-7127-E117-C4FA-058C92952B7C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CAE7B77C-A11C-A7B6-ED26-0A86A8D03180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95FC68D1-45F6-ED57-6C16-27D094F4F435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68" name="Groep 67">
                <a:extLst>
                  <a:ext uri="{FF2B5EF4-FFF2-40B4-BE49-F238E27FC236}">
                    <a16:creationId xmlns:a16="http://schemas.microsoft.com/office/drawing/2014/main" id="{501764F9-4AFD-49E8-A051-14921FBEB23C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72" name="Groep 71">
                  <a:extLst>
                    <a:ext uri="{FF2B5EF4-FFF2-40B4-BE49-F238E27FC236}">
                      <a16:creationId xmlns:a16="http://schemas.microsoft.com/office/drawing/2014/main" id="{8550AB30-CCC2-55D0-DBC6-968B8DC17794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74" name="Rechthoek: afgeronde hoeken 73">
                    <a:extLst>
                      <a:ext uri="{FF2B5EF4-FFF2-40B4-BE49-F238E27FC236}">
                        <a16:creationId xmlns:a16="http://schemas.microsoft.com/office/drawing/2014/main" id="{9AD397C1-9A0D-4045-5CFE-4CB7616B8F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5" name="Rechthoek 74">
                    <a:extLst>
                      <a:ext uri="{FF2B5EF4-FFF2-40B4-BE49-F238E27FC236}">
                        <a16:creationId xmlns:a16="http://schemas.microsoft.com/office/drawing/2014/main" id="{D6FB3632-AE4D-BD05-04B5-283C1C0A72F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6" name="Rechthoek 75">
                    <a:extLst>
                      <a:ext uri="{FF2B5EF4-FFF2-40B4-BE49-F238E27FC236}">
                        <a16:creationId xmlns:a16="http://schemas.microsoft.com/office/drawing/2014/main" id="{3825DE90-E1E8-E8E9-7FFA-20EF5879843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7" name="Rechthoek 76">
                    <a:extLst>
                      <a:ext uri="{FF2B5EF4-FFF2-40B4-BE49-F238E27FC236}">
                        <a16:creationId xmlns:a16="http://schemas.microsoft.com/office/drawing/2014/main" id="{B0A9C8C9-1044-AAA0-FA7C-0EEDC36BDB0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8" name="Rechthoek 77">
                    <a:extLst>
                      <a:ext uri="{FF2B5EF4-FFF2-40B4-BE49-F238E27FC236}">
                        <a16:creationId xmlns:a16="http://schemas.microsoft.com/office/drawing/2014/main" id="{5F22B0D9-CD89-E8BF-06C7-727E559C996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9" name="Rechthoek 78">
                    <a:extLst>
                      <a:ext uri="{FF2B5EF4-FFF2-40B4-BE49-F238E27FC236}">
                        <a16:creationId xmlns:a16="http://schemas.microsoft.com/office/drawing/2014/main" id="{50E97EF3-D92F-40DC-6800-1E4D6FBE86C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73" name="Boog 72">
                  <a:extLst>
                    <a:ext uri="{FF2B5EF4-FFF2-40B4-BE49-F238E27FC236}">
                      <a16:creationId xmlns:a16="http://schemas.microsoft.com/office/drawing/2014/main" id="{49E1B6D8-6B64-EED4-4C17-8D0A21880291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9" name="Tekstvak 68">
                <a:extLst>
                  <a:ext uri="{FF2B5EF4-FFF2-40B4-BE49-F238E27FC236}">
                    <a16:creationId xmlns:a16="http://schemas.microsoft.com/office/drawing/2014/main" id="{2F5337C6-56DA-3C8C-0AD5-CC6BCBCA004C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70" name="Tekstvak 69">
                <a:extLst>
                  <a:ext uri="{FF2B5EF4-FFF2-40B4-BE49-F238E27FC236}">
                    <a16:creationId xmlns:a16="http://schemas.microsoft.com/office/drawing/2014/main" id="{3E753270-D0FD-33A8-CD11-C4E6B9F3A942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71" name="Vrije vorm: vorm 70">
                <a:extLst>
                  <a:ext uri="{FF2B5EF4-FFF2-40B4-BE49-F238E27FC236}">
                    <a16:creationId xmlns:a16="http://schemas.microsoft.com/office/drawing/2014/main" id="{38CAF6E8-E8ED-D666-5B19-37C9B432DF67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7" name="Groep 26">
              <a:extLst>
                <a:ext uri="{FF2B5EF4-FFF2-40B4-BE49-F238E27FC236}">
                  <a16:creationId xmlns:a16="http://schemas.microsoft.com/office/drawing/2014/main" id="{4DDCD2BF-56A1-C7A7-1E59-921EF643774B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55" name="Rechthoek 54">
                <a:extLst>
                  <a:ext uri="{FF2B5EF4-FFF2-40B4-BE49-F238E27FC236}">
                    <a16:creationId xmlns:a16="http://schemas.microsoft.com/office/drawing/2014/main" id="{2F30809B-DBBE-F925-DC39-FF534F148193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56" name="ICOON_info">
                <a:extLst>
                  <a:ext uri="{FF2B5EF4-FFF2-40B4-BE49-F238E27FC236}">
                    <a16:creationId xmlns:a16="http://schemas.microsoft.com/office/drawing/2014/main" id="{A1CC24CF-86A8-0341-843B-C83E7B3CA33E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63" name="Ovaal 62">
                  <a:extLst>
                    <a:ext uri="{FF2B5EF4-FFF2-40B4-BE49-F238E27FC236}">
                      <a16:creationId xmlns:a16="http://schemas.microsoft.com/office/drawing/2014/main" id="{4A16FB29-FA8B-47B1-FEC2-19BD71988791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64" name="Graphic 163" descr="Informatie">
                  <a:extLst>
                    <a:ext uri="{FF2B5EF4-FFF2-40B4-BE49-F238E27FC236}">
                      <a16:creationId xmlns:a16="http://schemas.microsoft.com/office/drawing/2014/main" id="{17E78844-0BC9-1CDF-B1E9-D9B35A17B8E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7" name="Groep 56">
                <a:extLst>
                  <a:ext uri="{FF2B5EF4-FFF2-40B4-BE49-F238E27FC236}">
                    <a16:creationId xmlns:a16="http://schemas.microsoft.com/office/drawing/2014/main" id="{AFCFFF33-03DE-784A-46BF-341491AD82C0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58" name="Inspireren">
                  <a:extLst>
                    <a:ext uri="{FF2B5EF4-FFF2-40B4-BE49-F238E27FC236}">
                      <a16:creationId xmlns:a16="http://schemas.microsoft.com/office/drawing/2014/main" id="{1EBCEBD5-B620-0008-D93C-CD46A9E4DC71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60" name="Freeform 12">
                    <a:extLst>
                      <a:ext uri="{FF2B5EF4-FFF2-40B4-BE49-F238E27FC236}">
                        <a16:creationId xmlns:a16="http://schemas.microsoft.com/office/drawing/2014/main" id="{664BC5D7-F973-42A1-046B-9FAA1A70EA2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1" name="Freeform 13">
                    <a:extLst>
                      <a:ext uri="{FF2B5EF4-FFF2-40B4-BE49-F238E27FC236}">
                        <a16:creationId xmlns:a16="http://schemas.microsoft.com/office/drawing/2014/main" id="{CB24A030-65C8-B635-D99A-2DE8D174DC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2" name="Freeform 14">
                    <a:extLst>
                      <a:ext uri="{FF2B5EF4-FFF2-40B4-BE49-F238E27FC236}">
                        <a16:creationId xmlns:a16="http://schemas.microsoft.com/office/drawing/2014/main" id="{2E2608C8-94F2-68AD-B9A3-7E3A53AA88FE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59" name="Tekstvak 58">
                  <a:extLst>
                    <a:ext uri="{FF2B5EF4-FFF2-40B4-BE49-F238E27FC236}">
                      <a16:creationId xmlns:a16="http://schemas.microsoft.com/office/drawing/2014/main" id="{934212D2-1CC6-46C2-A7C9-1B6FA93A125D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28" name="Groep 27">
              <a:extLst>
                <a:ext uri="{FF2B5EF4-FFF2-40B4-BE49-F238E27FC236}">
                  <a16:creationId xmlns:a16="http://schemas.microsoft.com/office/drawing/2014/main" id="{FC14F5F2-A02F-5E50-6A14-8376C8361542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1359FB6E-97D1-FE9C-24B0-3A3C7BC9CAE1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42" name="Groep 41">
                  <a:extLst>
                    <a:ext uri="{FF2B5EF4-FFF2-40B4-BE49-F238E27FC236}">
                      <a16:creationId xmlns:a16="http://schemas.microsoft.com/office/drawing/2014/main" id="{7D8E78B9-21BE-2D3A-A385-42849214C480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9" name="Groep 48">
                    <a:extLst>
                      <a:ext uri="{FF2B5EF4-FFF2-40B4-BE49-F238E27FC236}">
                        <a16:creationId xmlns:a16="http://schemas.microsoft.com/office/drawing/2014/main" id="{CD013D78-525B-059E-963E-23A760AF2C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52" name="Rechthoek 51">
                      <a:extLst>
                        <a:ext uri="{FF2B5EF4-FFF2-40B4-BE49-F238E27FC236}">
                          <a16:creationId xmlns:a16="http://schemas.microsoft.com/office/drawing/2014/main" id="{7C74C419-82F3-C3A9-4CB6-BC24111FE33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3" name="Rechthoek 52">
                      <a:extLst>
                        <a:ext uri="{FF2B5EF4-FFF2-40B4-BE49-F238E27FC236}">
                          <a16:creationId xmlns:a16="http://schemas.microsoft.com/office/drawing/2014/main" id="{C97B16C7-D52D-71EF-1439-2E7BC3CBA4D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4" name="Ovaal 53">
                      <a:extLst>
                        <a:ext uri="{FF2B5EF4-FFF2-40B4-BE49-F238E27FC236}">
                          <a16:creationId xmlns:a16="http://schemas.microsoft.com/office/drawing/2014/main" id="{D55B39D2-4BAE-ADC3-26B7-F399857FAFF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50" name="Afbeelding 49">
                    <a:extLst>
                      <a:ext uri="{FF2B5EF4-FFF2-40B4-BE49-F238E27FC236}">
                        <a16:creationId xmlns:a16="http://schemas.microsoft.com/office/drawing/2014/main" id="{1FB4176A-87C0-215F-7224-5B51FEFB67D3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51" name="Afbeelding 50">
                    <a:extLst>
                      <a:ext uri="{FF2B5EF4-FFF2-40B4-BE49-F238E27FC236}">
                        <a16:creationId xmlns:a16="http://schemas.microsoft.com/office/drawing/2014/main" id="{1A29BF32-DB27-0F5C-C35B-C1564D2FA935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3" name="Groep 42">
                  <a:extLst>
                    <a:ext uri="{FF2B5EF4-FFF2-40B4-BE49-F238E27FC236}">
                      <a16:creationId xmlns:a16="http://schemas.microsoft.com/office/drawing/2014/main" id="{874A8D92-0691-A56C-A1F6-FF9982D3AB27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7" name="Rechthoek 46">
                    <a:extLst>
                      <a:ext uri="{FF2B5EF4-FFF2-40B4-BE49-F238E27FC236}">
                        <a16:creationId xmlns:a16="http://schemas.microsoft.com/office/drawing/2014/main" id="{0D7559F1-D122-8FE2-D04A-D1E9D7CF62F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" name="Rechthoek 47">
                    <a:extLst>
                      <a:ext uri="{FF2B5EF4-FFF2-40B4-BE49-F238E27FC236}">
                        <a16:creationId xmlns:a16="http://schemas.microsoft.com/office/drawing/2014/main" id="{CB2E1E51-E0F4-ED2F-6D47-B5E635C3220A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4" name="Groep 43">
                  <a:extLst>
                    <a:ext uri="{FF2B5EF4-FFF2-40B4-BE49-F238E27FC236}">
                      <a16:creationId xmlns:a16="http://schemas.microsoft.com/office/drawing/2014/main" id="{B20A7472-851D-3CBE-039E-867905EC7CA2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5" name="Rechthoek 44">
                    <a:extLst>
                      <a:ext uri="{FF2B5EF4-FFF2-40B4-BE49-F238E27FC236}">
                        <a16:creationId xmlns:a16="http://schemas.microsoft.com/office/drawing/2014/main" id="{7F0241A6-93EC-6B9E-D265-D69E8EC0877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6" name="Rechthoek 45">
                    <a:extLst>
                      <a:ext uri="{FF2B5EF4-FFF2-40B4-BE49-F238E27FC236}">
                        <a16:creationId xmlns:a16="http://schemas.microsoft.com/office/drawing/2014/main" id="{D2D6E925-8607-C578-819D-48C0847C578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40" name="Rechthoek 39">
                <a:extLst>
                  <a:ext uri="{FF2B5EF4-FFF2-40B4-BE49-F238E27FC236}">
                    <a16:creationId xmlns:a16="http://schemas.microsoft.com/office/drawing/2014/main" id="{24514FF6-A8F5-5D82-43A9-25335D2E2AB4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41" name="Gelijkbenige driehoek 40">
                <a:extLst>
                  <a:ext uri="{FF2B5EF4-FFF2-40B4-BE49-F238E27FC236}">
                    <a16:creationId xmlns:a16="http://schemas.microsoft.com/office/drawing/2014/main" id="{D4645E96-47C9-6A85-74BF-91A9F504C585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9" name="Ovaal 28">
              <a:extLst>
                <a:ext uri="{FF2B5EF4-FFF2-40B4-BE49-F238E27FC236}">
                  <a16:creationId xmlns:a16="http://schemas.microsoft.com/office/drawing/2014/main" id="{7447DC81-DAF1-BC5C-7227-5C73C07C3A23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30" name="Rechthoek 29">
              <a:extLst>
                <a:ext uri="{FF2B5EF4-FFF2-40B4-BE49-F238E27FC236}">
                  <a16:creationId xmlns:a16="http://schemas.microsoft.com/office/drawing/2014/main" id="{96DF473B-A274-D352-2252-11610BC8E15D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14006B4-E1E5-D6BC-0279-4A3208C90474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32" name="Groep 31">
              <a:extLst>
                <a:ext uri="{FF2B5EF4-FFF2-40B4-BE49-F238E27FC236}">
                  <a16:creationId xmlns:a16="http://schemas.microsoft.com/office/drawing/2014/main" id="{B30A9797-A377-19E2-5757-2556ABDBC3C1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33" name="Groep 32">
                <a:extLst>
                  <a:ext uri="{FF2B5EF4-FFF2-40B4-BE49-F238E27FC236}">
                    <a16:creationId xmlns:a16="http://schemas.microsoft.com/office/drawing/2014/main" id="{39696BC7-29FA-2D1C-435A-539D319391AC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35" name="Vrije vorm: vorm 34">
                  <a:extLst>
                    <a:ext uri="{FF2B5EF4-FFF2-40B4-BE49-F238E27FC236}">
                      <a16:creationId xmlns:a16="http://schemas.microsoft.com/office/drawing/2014/main" id="{F3989D1B-0E51-EF74-F735-A317ADA5C7C0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36" name="Groep 35">
                  <a:extLst>
                    <a:ext uri="{FF2B5EF4-FFF2-40B4-BE49-F238E27FC236}">
                      <a16:creationId xmlns:a16="http://schemas.microsoft.com/office/drawing/2014/main" id="{5F6C71FC-BCA9-229A-F6C7-077055F79748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37" name="Vrije vorm: vorm 36">
                    <a:extLst>
                      <a:ext uri="{FF2B5EF4-FFF2-40B4-BE49-F238E27FC236}">
                        <a16:creationId xmlns:a16="http://schemas.microsoft.com/office/drawing/2014/main" id="{5A41684E-F2CE-5023-633D-6D7337B8EC68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38" name="Vrije vorm: vorm 37">
                    <a:extLst>
                      <a:ext uri="{FF2B5EF4-FFF2-40B4-BE49-F238E27FC236}">
                        <a16:creationId xmlns:a16="http://schemas.microsoft.com/office/drawing/2014/main" id="{262BF2D2-D3B0-7919-3557-F356FE484184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34" name="Tekstvak 33">
                <a:extLst>
                  <a:ext uri="{FF2B5EF4-FFF2-40B4-BE49-F238E27FC236}">
                    <a16:creationId xmlns:a16="http://schemas.microsoft.com/office/drawing/2014/main" id="{447868DC-4E78-0363-A8D7-CF69A4909701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35704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9B37A3-82F2-45D5-868F-F00F93F6E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  <a:prstGeom prst="rect">
            <a:avLst/>
          </a:prstGeom>
        </p:spPr>
        <p:txBody>
          <a:bodyPr vert="horz" lIns="0" tIns="0" rIns="0" bIns="378000" rtlCol="0" anchor="t">
            <a:noAutofit/>
          </a:bodyPr>
          <a:lstStyle/>
          <a:p>
            <a:r>
              <a:rPr lang="en-GB" noProof="0"/>
              <a:t>Title goes here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61B9A90-182E-49A3-8BF5-04F322881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8" y="1563938"/>
            <a:ext cx="10752137" cy="443341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</a:t>
            </a:r>
          </a:p>
          <a:p>
            <a:pPr lvl="2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3"/>
            <a:r>
              <a:rPr lang="en-GB" noProof="0"/>
              <a:t>Title/Quote</a:t>
            </a:r>
          </a:p>
          <a:p>
            <a:pPr lvl="4"/>
            <a:r>
              <a:rPr lang="en-GB" noProof="0"/>
              <a:t>Subtitle</a:t>
            </a:r>
          </a:p>
          <a:p>
            <a:pPr lvl="5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grpSp>
        <p:nvGrpSpPr>
          <p:cNvPr id="15" name="GRID" hidden="1">
            <a:extLst>
              <a:ext uri="{FF2B5EF4-FFF2-40B4-BE49-F238E27FC236}">
                <a16:creationId xmlns:a16="http://schemas.microsoft.com/office/drawing/2014/main" id="{4129D105-9E64-446B-9706-45C80CEFF79A}"/>
              </a:ext>
            </a:extLst>
          </p:cNvPr>
          <p:cNvGrpSpPr/>
          <p:nvPr userDrawn="1"/>
        </p:nvGrpSpPr>
        <p:grpSpPr>
          <a:xfrm>
            <a:off x="-12032" y="0"/>
            <a:ext cx="12204032" cy="6858000"/>
            <a:chOff x="-12032" y="0"/>
            <a:chExt cx="12204032" cy="6858000"/>
          </a:xfrm>
        </p:grpSpPr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7D9988B5-FF41-44BF-9EBA-8ED0383D0B4A}"/>
                </a:ext>
              </a:extLst>
            </p:cNvPr>
            <p:cNvSpPr/>
            <p:nvPr userDrawn="1"/>
          </p:nvSpPr>
          <p:spPr>
            <a:xfrm>
              <a:off x="-12032" y="0"/>
              <a:ext cx="12192000" cy="72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223B51F0-7066-4BAC-B391-CBE4243866E1}"/>
                </a:ext>
              </a:extLst>
            </p:cNvPr>
            <p:cNvSpPr/>
            <p:nvPr userDrawn="1"/>
          </p:nvSpPr>
          <p:spPr>
            <a:xfrm>
              <a:off x="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986314BC-5B6A-423E-A18F-BE67EEBFD0AA}"/>
                </a:ext>
              </a:extLst>
            </p:cNvPr>
            <p:cNvSpPr/>
            <p:nvPr userDrawn="1"/>
          </p:nvSpPr>
          <p:spPr>
            <a:xfrm>
              <a:off x="1147200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459F3FC6-346A-4720-8A58-EF51F3E955F9}"/>
                </a:ext>
              </a:extLst>
            </p:cNvPr>
            <p:cNvSpPr/>
            <p:nvPr userDrawn="1"/>
          </p:nvSpPr>
          <p:spPr>
            <a:xfrm>
              <a:off x="0" y="1064525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3D4E2D73-574C-4613-A3A4-5612A2E130A4}"/>
                </a:ext>
              </a:extLst>
            </p:cNvPr>
            <p:cNvSpPr/>
            <p:nvPr userDrawn="1"/>
          </p:nvSpPr>
          <p:spPr>
            <a:xfrm>
              <a:off x="0" y="6498000"/>
              <a:ext cx="12192000" cy="36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52775937-D9EA-4974-9459-412AF5D1CBD4}"/>
                </a:ext>
              </a:extLst>
            </p:cNvPr>
            <p:cNvSpPr/>
            <p:nvPr userDrawn="1"/>
          </p:nvSpPr>
          <p:spPr>
            <a:xfrm>
              <a:off x="0" y="5806208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</p:grpSp>
      <p:sp>
        <p:nvSpPr>
          <p:cNvPr id="20" name="Tekstvak 19">
            <a:extLst>
              <a:ext uri="{FF2B5EF4-FFF2-40B4-BE49-F238E27FC236}">
                <a16:creationId xmlns:a16="http://schemas.microsoft.com/office/drawing/2014/main" id="{88A106C3-3B5C-4817-A9B9-E1AA65368768}"/>
              </a:ext>
            </a:extLst>
          </p:cNvPr>
          <p:cNvSpPr txBox="1"/>
          <p:nvPr userDrawn="1"/>
        </p:nvSpPr>
        <p:spPr>
          <a:xfrm>
            <a:off x="0" y="-637132"/>
            <a:ext cx="565861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l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layout</a:t>
            </a:r>
          </a:p>
        </p:txBody>
      </p:sp>
      <p:sp>
        <p:nvSpPr>
          <p:cNvPr id="28" name="Tijdelijke aanduiding voor datum 3">
            <a:extLst>
              <a:ext uri="{FF2B5EF4-FFF2-40B4-BE49-F238E27FC236}">
                <a16:creationId xmlns:a16="http://schemas.microsoft.com/office/drawing/2014/main" id="{913F724C-C8A8-4D7C-A490-D6011A81D6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146569" y="6405669"/>
            <a:ext cx="766235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1BDEED87-6B56-4161-9E14-2FCC2CD9D2C7}" type="datetime1">
              <a:rPr lang="nl-NL" smtClean="0"/>
              <a:t>12-6-2026</a:t>
            </a:fld>
            <a:endParaRPr lang="en-GB"/>
          </a:p>
        </p:txBody>
      </p:sp>
      <p:sp>
        <p:nvSpPr>
          <p:cNvPr id="30" name="Tijdelijke aanduiding voor dianummer 5">
            <a:extLst>
              <a:ext uri="{FF2B5EF4-FFF2-40B4-BE49-F238E27FC236}">
                <a16:creationId xmlns:a16="http://schemas.microsoft.com/office/drawing/2014/main" id="{97B5FD88-660A-4FF5-BB5B-19029FB61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464" y="6405669"/>
            <a:ext cx="29129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 b="1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A36EA4FA-0B8A-4FA4-3D23-C40FA12DDAC9}"/>
              </a:ext>
            </a:extLst>
          </p:cNvPr>
          <p:cNvSpPr txBox="1"/>
          <p:nvPr userDrawn="1"/>
        </p:nvSpPr>
        <p:spPr>
          <a:xfrm>
            <a:off x="10912804" y="-1278897"/>
            <a:ext cx="1279196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Primary colors</a:t>
            </a:r>
          </a:p>
        </p:txBody>
      </p:sp>
      <p:grpSp>
        <p:nvGrpSpPr>
          <p:cNvPr id="34" name="Groep 33">
            <a:extLst>
              <a:ext uri="{FF2B5EF4-FFF2-40B4-BE49-F238E27FC236}">
                <a16:creationId xmlns:a16="http://schemas.microsoft.com/office/drawing/2014/main" id="{0B508182-1D94-6963-6E0B-93418D7C8B8D}"/>
              </a:ext>
            </a:extLst>
          </p:cNvPr>
          <p:cNvGrpSpPr/>
          <p:nvPr userDrawn="1"/>
        </p:nvGrpSpPr>
        <p:grpSpPr>
          <a:xfrm>
            <a:off x="11552188" y="-1016102"/>
            <a:ext cx="639812" cy="180000"/>
            <a:chOff x="11552188" y="-1016102"/>
            <a:chExt cx="639812" cy="180000"/>
          </a:xfrm>
        </p:grpSpPr>
        <p:sp>
          <p:nvSpPr>
            <p:cNvPr id="5" name="Rechthoek 4">
              <a:extLst>
                <a:ext uri="{FF2B5EF4-FFF2-40B4-BE49-F238E27FC236}">
                  <a16:creationId xmlns:a16="http://schemas.microsoft.com/office/drawing/2014/main" id="{720EF2DF-3730-F6B5-403F-A5D9B50AA329}"/>
                </a:ext>
              </a:extLst>
            </p:cNvPr>
            <p:cNvSpPr/>
            <p:nvPr userDrawn="1"/>
          </p:nvSpPr>
          <p:spPr>
            <a:xfrm>
              <a:off x="12012000" y="-1016102"/>
              <a:ext cx="180000" cy="18000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23A4CEB5-B6FA-9B7A-B2D0-072AAA09C577}"/>
                </a:ext>
              </a:extLst>
            </p:cNvPr>
            <p:cNvSpPr/>
            <p:nvPr userDrawn="1"/>
          </p:nvSpPr>
          <p:spPr>
            <a:xfrm>
              <a:off x="11782094" y="-1016102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E5A8DA9B-2314-02C7-0DB4-B1D5CD8DF2E4}"/>
                </a:ext>
              </a:extLst>
            </p:cNvPr>
            <p:cNvSpPr/>
            <p:nvPr userDrawn="1"/>
          </p:nvSpPr>
          <p:spPr>
            <a:xfrm>
              <a:off x="11552188" y="-1016102"/>
              <a:ext cx="180000" cy="1800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</p:grpSp>
      <p:sp>
        <p:nvSpPr>
          <p:cNvPr id="10" name="Tekstvak 9">
            <a:extLst>
              <a:ext uri="{FF2B5EF4-FFF2-40B4-BE49-F238E27FC236}">
                <a16:creationId xmlns:a16="http://schemas.microsoft.com/office/drawing/2014/main" id="{712FF8BF-FF57-497C-6D6E-58F4046DC0E4}"/>
              </a:ext>
            </a:extLst>
          </p:cNvPr>
          <p:cNvSpPr txBox="1"/>
          <p:nvPr userDrawn="1"/>
        </p:nvSpPr>
        <p:spPr>
          <a:xfrm>
            <a:off x="10659528" y="-674002"/>
            <a:ext cx="1532472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secondary colors</a:t>
            </a:r>
          </a:p>
        </p:txBody>
      </p:sp>
      <p:grpSp>
        <p:nvGrpSpPr>
          <p:cNvPr id="33" name="Groep 32">
            <a:extLst>
              <a:ext uri="{FF2B5EF4-FFF2-40B4-BE49-F238E27FC236}">
                <a16:creationId xmlns:a16="http://schemas.microsoft.com/office/drawing/2014/main" id="{B444FEF0-EF23-9A75-C7DB-63258A64F5A1}"/>
              </a:ext>
            </a:extLst>
          </p:cNvPr>
          <p:cNvGrpSpPr/>
          <p:nvPr userDrawn="1"/>
        </p:nvGrpSpPr>
        <p:grpSpPr>
          <a:xfrm>
            <a:off x="9687884" y="-411207"/>
            <a:ext cx="2504116" cy="180000"/>
            <a:chOff x="9687884" y="-411207"/>
            <a:chExt cx="2504116" cy="180000"/>
          </a:xfrm>
        </p:grpSpPr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F5BB984B-89D0-74F4-7C23-3CB60BB6C322}"/>
                </a:ext>
              </a:extLst>
            </p:cNvPr>
            <p:cNvSpPr/>
            <p:nvPr userDrawn="1"/>
          </p:nvSpPr>
          <p:spPr>
            <a:xfrm>
              <a:off x="12012000" y="-411207"/>
              <a:ext cx="180000" cy="180000"/>
            </a:xfrm>
            <a:prstGeom prst="rect">
              <a:avLst/>
            </a:prstGeom>
            <a:solidFill>
              <a:srgbClr val="009B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1983FD3B-3516-2897-57E9-D8EFBFF1423C}"/>
                </a:ext>
              </a:extLst>
            </p:cNvPr>
            <p:cNvSpPr/>
            <p:nvPr userDrawn="1"/>
          </p:nvSpPr>
          <p:spPr>
            <a:xfrm>
              <a:off x="11782094" y="-411207"/>
              <a:ext cx="180000" cy="180000"/>
            </a:xfrm>
            <a:prstGeom prst="rect">
              <a:avLst/>
            </a:prstGeom>
            <a:solidFill>
              <a:srgbClr val="6CC24A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571E6D2-E9F3-1013-DDA9-BF3005A09B29}"/>
                </a:ext>
              </a:extLst>
            </p:cNvPr>
            <p:cNvSpPr/>
            <p:nvPr userDrawn="1"/>
          </p:nvSpPr>
          <p:spPr>
            <a:xfrm>
              <a:off x="11552188" y="-411207"/>
              <a:ext cx="180000" cy="180000"/>
            </a:xfrm>
            <a:prstGeom prst="rect">
              <a:avLst/>
            </a:prstGeom>
            <a:solidFill>
              <a:srgbClr val="FFB81C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F1B44D4-9C02-CF5C-268C-96E45AF98657}"/>
                </a:ext>
              </a:extLst>
            </p:cNvPr>
            <p:cNvSpPr/>
            <p:nvPr userDrawn="1"/>
          </p:nvSpPr>
          <p:spPr>
            <a:xfrm>
              <a:off x="11316018" y="-411207"/>
              <a:ext cx="180000" cy="180000"/>
            </a:xfrm>
            <a:prstGeom prst="rect">
              <a:avLst/>
            </a:prstGeom>
            <a:solidFill>
              <a:srgbClr val="EC684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2214C65-E16E-D1A0-F56E-A8E35340AF61}"/>
                </a:ext>
              </a:extLst>
            </p:cNvPr>
            <p:cNvSpPr/>
            <p:nvPr userDrawn="1"/>
          </p:nvSpPr>
          <p:spPr>
            <a:xfrm>
              <a:off x="11086112" y="-411207"/>
              <a:ext cx="180000" cy="180000"/>
            </a:xfrm>
            <a:prstGeom prst="rect">
              <a:avLst/>
            </a:prstGeom>
            <a:solidFill>
              <a:srgbClr val="E03C3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55D9D295-9730-83B0-9A87-AE6384CA7F82}"/>
                </a:ext>
              </a:extLst>
            </p:cNvPr>
            <p:cNvSpPr/>
            <p:nvPr userDrawn="1"/>
          </p:nvSpPr>
          <p:spPr>
            <a:xfrm>
              <a:off x="10856206" y="-411207"/>
              <a:ext cx="180000" cy="180000"/>
            </a:xfrm>
            <a:prstGeom prst="rect">
              <a:avLst/>
            </a:prstGeom>
            <a:solidFill>
              <a:srgbClr val="A50034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FD3CB985-76FB-1138-7ABB-C2AEA27C3BA6}"/>
                </a:ext>
              </a:extLst>
            </p:cNvPr>
            <p:cNvSpPr/>
            <p:nvPr userDrawn="1"/>
          </p:nvSpPr>
          <p:spPr>
            <a:xfrm>
              <a:off x="10620036" y="-411207"/>
              <a:ext cx="180000" cy="180000"/>
            </a:xfrm>
            <a:prstGeom prst="rect">
              <a:avLst/>
            </a:prstGeom>
            <a:solidFill>
              <a:srgbClr val="EF60A3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3017B0A1-3059-6859-5F3B-486053D198C9}"/>
                </a:ext>
              </a:extLst>
            </p:cNvPr>
            <p:cNvSpPr/>
            <p:nvPr userDrawn="1"/>
          </p:nvSpPr>
          <p:spPr>
            <a:xfrm>
              <a:off x="10383866" y="-411207"/>
              <a:ext cx="180000" cy="180000"/>
            </a:xfrm>
            <a:prstGeom prst="rect">
              <a:avLst/>
            </a:prstGeom>
            <a:solidFill>
              <a:srgbClr val="6F1D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5DF6D8A2-044B-9B72-D264-D10733D97156}"/>
                </a:ext>
              </a:extLst>
            </p:cNvPr>
            <p:cNvSpPr/>
            <p:nvPr userDrawn="1"/>
          </p:nvSpPr>
          <p:spPr>
            <a:xfrm>
              <a:off x="10153960" y="-411207"/>
              <a:ext cx="180000" cy="180000"/>
            </a:xfrm>
            <a:prstGeom prst="rect">
              <a:avLst/>
            </a:prstGeom>
            <a:solidFill>
              <a:srgbClr val="0076C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9F4A9AC-B678-77B2-2E58-722942DB0831}"/>
                </a:ext>
              </a:extLst>
            </p:cNvPr>
            <p:cNvSpPr/>
            <p:nvPr userDrawn="1"/>
          </p:nvSpPr>
          <p:spPr>
            <a:xfrm>
              <a:off x="9924054" y="-411207"/>
              <a:ext cx="180000" cy="180000"/>
            </a:xfrm>
            <a:prstGeom prst="rect">
              <a:avLst/>
            </a:prstGeom>
            <a:solidFill>
              <a:srgbClr val="00B8C8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32" name="Rechthoek 31">
              <a:extLst>
                <a:ext uri="{FF2B5EF4-FFF2-40B4-BE49-F238E27FC236}">
                  <a16:creationId xmlns:a16="http://schemas.microsoft.com/office/drawing/2014/main" id="{4A95EB90-8972-7E8F-BE91-33A15F9A2648}"/>
                </a:ext>
              </a:extLst>
            </p:cNvPr>
            <p:cNvSpPr/>
            <p:nvPr userDrawn="1"/>
          </p:nvSpPr>
          <p:spPr>
            <a:xfrm>
              <a:off x="9687884" y="-411207"/>
              <a:ext cx="180000" cy="180000"/>
            </a:xfrm>
            <a:prstGeom prst="rect">
              <a:avLst/>
            </a:prstGeom>
            <a:solidFill>
              <a:srgbClr val="0C2340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</p:grpSp>
      <p:grpSp>
        <p:nvGrpSpPr>
          <p:cNvPr id="51" name="Groep 50">
            <a:extLst>
              <a:ext uri="{FF2B5EF4-FFF2-40B4-BE49-F238E27FC236}">
                <a16:creationId xmlns:a16="http://schemas.microsoft.com/office/drawing/2014/main" id="{2FE40E40-1FE1-302C-7401-1188F7C3C95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</p:grpSpPr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8EAAA39B-E62F-1A64-6EB9-16C279742FC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solidFill>
              <a:srgbClr val="00A6D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36236F46-513D-1509-49B4-C9540C747A7E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559E6BEF-0F0B-1F81-FCB5-7C9DF5D09313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6" name="Vrije vorm: vorm 45">
              <a:extLst>
                <a:ext uri="{FF2B5EF4-FFF2-40B4-BE49-F238E27FC236}">
                  <a16:creationId xmlns:a16="http://schemas.microsoft.com/office/drawing/2014/main" id="{E2168793-CECA-2A56-70CA-A2BB97B2C83F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7" name="Vrije vorm: vorm 46">
              <a:extLst>
                <a:ext uri="{FF2B5EF4-FFF2-40B4-BE49-F238E27FC236}">
                  <a16:creationId xmlns:a16="http://schemas.microsoft.com/office/drawing/2014/main" id="{167B5967-C476-6D97-2D8A-678B164873F7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8" name="Vrije vorm: vorm 47">
              <a:extLst>
                <a:ext uri="{FF2B5EF4-FFF2-40B4-BE49-F238E27FC236}">
                  <a16:creationId xmlns:a16="http://schemas.microsoft.com/office/drawing/2014/main" id="{0863CA44-130B-E285-9545-E013062D262E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Vrije vorm: vorm 48">
              <a:extLst>
                <a:ext uri="{FF2B5EF4-FFF2-40B4-BE49-F238E27FC236}">
                  <a16:creationId xmlns:a16="http://schemas.microsoft.com/office/drawing/2014/main" id="{BC4A4D97-B586-8C1B-3EB4-EF127E58DA10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Vrije vorm: vorm 49">
              <a:extLst>
                <a:ext uri="{FF2B5EF4-FFF2-40B4-BE49-F238E27FC236}">
                  <a16:creationId xmlns:a16="http://schemas.microsoft.com/office/drawing/2014/main" id="{9799722F-EF3D-E27E-3C21-C59FE9D1258A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777131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0" r:id="rId2"/>
    <p:sldLayoutId id="2147483724" r:id="rId3"/>
    <p:sldLayoutId id="2147483697" r:id="rId4"/>
    <p:sldLayoutId id="2147483715" r:id="rId5"/>
    <p:sldLayoutId id="2147483708" r:id="rId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712788" indent="-35083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tabLst>
          <a:tab pos="712788" algn="l"/>
        </a:tabLst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3"/>
        </a:buClr>
        <a:buFont typeface="Segoe UI Light" panose="020B0502040204020203" pitchFamily="34" charset="0"/>
        <a:buNone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3600" b="1" kern="1200">
          <a:solidFill>
            <a:schemeClr val="tx2"/>
          </a:solidFill>
          <a:latin typeface="+mj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2400" b="0" kern="1200">
          <a:solidFill>
            <a:schemeClr val="accent1"/>
          </a:solidFill>
          <a:latin typeface="+mj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2000" b="0" kern="1200" cap="none" baseline="0">
          <a:solidFill>
            <a:schemeClr val="tx1"/>
          </a:solidFill>
          <a:latin typeface="+mj-lt"/>
          <a:ea typeface="+mn-ea"/>
          <a:cs typeface="+mn-cs"/>
        </a:defRPr>
      </a:lvl6pPr>
      <a:lvl7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rabicPeriod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lphaL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600" i="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86" userDrawn="1">
          <p15:clr>
            <a:srgbClr val="5ACBF0"/>
          </p15:clr>
        </p15:guide>
        <p15:guide id="2" pos="453" userDrawn="1">
          <p15:clr>
            <a:srgbClr val="5ACBF0"/>
          </p15:clr>
        </p15:guide>
        <p15:guide id="3" orient="horz" pos="3780" userDrawn="1">
          <p15:clr>
            <a:srgbClr val="5ACBF0"/>
          </p15:clr>
        </p15:guide>
        <p15:guide id="6" pos="7226" userDrawn="1">
          <p15:clr>
            <a:srgbClr val="5ACBF0"/>
          </p15:clr>
        </p15:guide>
        <p15:guide id="9" orient="horz" pos="453" userDrawn="1">
          <p15:clr>
            <a:srgbClr val="5ACBF0"/>
          </p15:clr>
        </p15:guide>
        <p15:guide id="10" orient="horz" pos="659" userDrawn="1">
          <p15:clr>
            <a:srgbClr val="5ACBF0"/>
          </p15:clr>
        </p15:guide>
        <p15:guide id="12" orient="horz" pos="4032" userDrawn="1">
          <p15:clr>
            <a:srgbClr val="A4A3A4"/>
          </p15:clr>
        </p15:guide>
        <p15:guide id="13" pos="7680" userDrawn="1">
          <p15:clr>
            <a:srgbClr val="F26B43"/>
          </p15:clr>
        </p15:guide>
        <p15:guide id="14" orient="horz" pos="4320" userDrawn="1">
          <p15:clr>
            <a:srgbClr val="F26B43"/>
          </p15:clr>
        </p15:guide>
        <p15:guide id="15" orient="horz" pos="4151" userDrawn="1">
          <p15:clr>
            <a:srgbClr val="A4A3A4"/>
          </p15:clr>
        </p15:guide>
        <p15:guide id="16" userDrawn="1">
          <p15:clr>
            <a:srgbClr val="F26B43"/>
          </p15:clr>
        </p15:guide>
        <p15:guide id="17" orient="horz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3D01DCAA-C39F-ACDA-4844-39618ABDF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29019"/>
            <a:ext cx="1989968" cy="276999"/>
          </a:xfrm>
        </p:spPr>
        <p:txBody>
          <a:bodyPr/>
          <a:lstStyle/>
          <a:p>
            <a:r>
              <a:rPr lang="en-GB"/>
              <a:t>Title slide + image</a:t>
            </a:r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A884CDCD-0E44-F407-E5AB-9B0E06B001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9138" y="3950387"/>
            <a:ext cx="5865553" cy="1333698"/>
          </a:xfrm>
        </p:spPr>
        <p:txBody>
          <a:bodyPr/>
          <a:lstStyle/>
          <a:p>
            <a:r>
              <a:rPr lang="en-GB"/>
              <a:t>Processor Design Project</a:t>
            </a:r>
          </a:p>
        </p:txBody>
      </p:sp>
      <p:sp>
        <p:nvSpPr>
          <p:cNvPr id="16" name="Tijdelijke aanduiding voor tekst 15">
            <a:extLst>
              <a:ext uri="{FF2B5EF4-FFF2-40B4-BE49-F238E27FC236}">
                <a16:creationId xmlns:a16="http://schemas.microsoft.com/office/drawing/2014/main" id="{A802F9E8-CCFC-7D2C-9635-1A48F34ACE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9137" y="5404234"/>
            <a:ext cx="5871541" cy="332399"/>
          </a:xfr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/>
              <a:t>Group 24</a:t>
            </a:r>
            <a:endParaRPr lang="en-GB" noProof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3B519A7-8D6B-87C4-BBFC-D7BFEC513ED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5813671"/>
            <a:ext cx="766235" cy="184666"/>
          </a:xfrm>
        </p:spPr>
        <p:txBody>
          <a:bodyPr/>
          <a:lstStyle/>
          <a:p>
            <a:fld id="{A70DA17A-8D2C-4A91-9743-4EE9C30B5D2E}" type="datetime1">
              <a:rPr lang="nl-NL" smtClean="0"/>
              <a:t>12-6-2026</a:t>
            </a:fld>
            <a:endParaRPr lang="en-GB"/>
          </a:p>
        </p:txBody>
      </p:sp>
      <p:pic>
        <p:nvPicPr>
          <p:cNvPr id="11" name="image11.jpeg" descr="image11.jpeg">
            <a:extLst>
              <a:ext uri="{FF2B5EF4-FFF2-40B4-BE49-F238E27FC236}">
                <a16:creationId xmlns:a16="http://schemas.microsoft.com/office/drawing/2014/main" id="{0E45FCEB-BC1F-A22E-2EAB-6BD43EE3434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6710" r="16710"/>
          <a:stretch/>
        </p:blipFill>
        <p:spPr>
          <a:xfrm>
            <a:off x="7308357" y="0"/>
            <a:ext cx="4883643" cy="6858000"/>
          </a:xfrm>
          <a:ln w="12700" cap="flat">
            <a:noFill/>
            <a:miter lim="400000"/>
          </a:ln>
          <a:effectLst/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0C945C-3264-9CCC-45F7-F029285AC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9626" y="-1115"/>
            <a:ext cx="4884703" cy="686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0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1532BA-A567-0EE4-37B3-F34E9863517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83FA54-2DFB-3B88-55E5-4B5167FB9D2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28AB94-866E-5255-79C3-EA68FE03B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801874"/>
          </a:xfrm>
        </p:spPr>
        <p:txBody>
          <a:bodyPr/>
          <a:lstStyle/>
          <a:p>
            <a:r>
              <a:rPr lang="en-US">
                <a:cs typeface="Arial"/>
              </a:rPr>
              <a:t>Introduction</a:t>
            </a:r>
            <a:br>
              <a:rPr lang="en-US">
                <a:cs typeface="Arial"/>
              </a:rPr>
            </a:b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280846-8839-36D1-68C6-3DA40D343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237" y="1921724"/>
            <a:ext cx="3212805" cy="31917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136A63-945E-2648-B67E-7B20D7999AB8}"/>
              </a:ext>
            </a:extLst>
          </p:cNvPr>
          <p:cNvSpPr txBox="1"/>
          <p:nvPr/>
        </p:nvSpPr>
        <p:spPr>
          <a:xfrm>
            <a:off x="482504" y="1531373"/>
            <a:ext cx="8156944" cy="250837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Data security is critical across embedded systems, IoT, and communications infrastructure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Encryption is the primary mechanism 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AES is the global standard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367E5D-0B3B-F914-E5A2-70095DF947AD}"/>
              </a:ext>
            </a:extLst>
          </p:cNvPr>
          <p:cNvSpPr txBox="1"/>
          <p:nvPr/>
        </p:nvSpPr>
        <p:spPr>
          <a:xfrm>
            <a:off x="482781" y="3753081"/>
            <a:ext cx="6836734" cy="15296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cs typeface="Arial"/>
              </a:rPr>
              <a:t>The primary goal of this project: </a:t>
            </a:r>
            <a:endParaRPr lang="en-US">
              <a:cs typeface="Arial" panose="020B0604020202020204"/>
            </a:endParaRPr>
          </a:p>
          <a:p>
            <a:pPr marL="285750" indent="-285750">
              <a:buFont typeface="Arial,Sans-Serif"/>
              <a:buChar char="•"/>
            </a:pPr>
            <a:endParaRPr lang="en-US" sz="2000">
              <a:cs typeface="Arial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2000">
                <a:cs typeface="Arial"/>
              </a:rPr>
              <a:t>implement AES acceleration on a RISC-V core efficiently in hardware</a:t>
            </a:r>
            <a:endParaRPr lang="en-US">
              <a:cs typeface="Arial"/>
            </a:endParaRP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9976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582E4-985D-EDCC-A997-281BB59C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EF4DD01-BDA7-02AD-F745-81027A63279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774DE386-282B-CB09-A1B7-772C2B66A60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3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6A6725BD-CFE5-7DB0-5442-8B5A7D458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596" y="403478"/>
            <a:ext cx="10743750" cy="642385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US" sz="3200">
                <a:cs typeface="Arial"/>
              </a:rPr>
              <a:t>Where is AES used?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69A723-76E1-E050-F698-54F0B3DC6E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70" r="4804" b="1"/>
          <a:stretch>
            <a:fillRect/>
          </a:stretch>
        </p:blipFill>
        <p:spPr>
          <a:xfrm>
            <a:off x="718666" y="1236363"/>
            <a:ext cx="5185805" cy="4352544"/>
          </a:xfrm>
          <a:prstGeom prst="rect">
            <a:avLst/>
          </a:prstGeom>
          <a:noFill/>
        </p:spPr>
      </p:pic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3CBB743A-1012-DD85-D620-BFE9E8A87F3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285471" y="725661"/>
            <a:ext cx="5599230" cy="5584148"/>
          </a:xfrm>
        </p:spPr>
        <p:txBody>
          <a:bodyPr vert="horz" lIns="0" tIns="0" rIns="0" bIns="0" rtlCol="0" anchor="t">
            <a:noAutofit/>
          </a:bodyPr>
          <a:lstStyle/>
          <a:p>
            <a:pPr lvl="2"/>
            <a:endParaRPr lang="en-US" b="1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b="1" kern="1200"/>
              <a:t>HTTPS/TLS</a:t>
            </a:r>
            <a:r>
              <a:rPr lang="en-US"/>
              <a:t> </a:t>
            </a:r>
            <a:endParaRPr lang="en-US" kern="1200">
              <a:cs typeface="Arial"/>
            </a:endParaRPr>
          </a:p>
          <a:p>
            <a:pPr marL="0" indent="0">
              <a:buClr>
                <a:srgbClr val="00A6D6"/>
              </a:buClr>
              <a:buNone/>
            </a:pPr>
            <a:endParaRPr lang="en-US" sz="6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b="1" kern="1200"/>
              <a:t>Wi-Fi (WPA2/WPA3)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b="1" kern="1200"/>
              <a:t>File encryption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b="1" kern="1200"/>
              <a:t>Cloud storage</a:t>
            </a:r>
            <a:endParaRPr lang="en-US" kern="1200">
              <a:cs typeface="Arial"/>
            </a:endParaRPr>
          </a:p>
          <a:p>
            <a:pPr marL="0"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b="1" kern="1200"/>
              <a:t>VPNs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marL="0"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b="1" kern="1200"/>
              <a:t>USB drives &amp; SSDs</a:t>
            </a:r>
            <a:endParaRPr lang="en-US" kern="1200">
              <a:cs typeface="Arial"/>
            </a:endParaRPr>
          </a:p>
          <a:p>
            <a:pPr marL="0"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b="1" kern="1200"/>
              <a:t>Smart cards &amp; passports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marL="0"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b="1" kern="1200"/>
              <a:t>IoT devices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lvl="2" indent="0">
              <a:buFont typeface="Segoe UI Light" panose="020B0502040204020203" pitchFamily="34" charset="0"/>
              <a:buNone/>
            </a:pPr>
            <a:endParaRPr lang="en-US" kern="1200">
              <a:cs typeface="Arial"/>
            </a:endParaRPr>
          </a:p>
          <a:p>
            <a:pPr lvl="2"/>
            <a:endParaRPr lang="en-US" kern="1200">
              <a:cs typeface="Arial"/>
            </a:endParaRPr>
          </a:p>
          <a:p>
            <a:pPr lvl="2"/>
            <a:endParaRPr lang="en-US" b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201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994BAD7-1490-F4D5-9092-3EB7111B7DF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BBB35617-5649-3A69-5ACC-A5828B3F289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4E840CAD-8869-66D6-F142-07912B6A4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anchor="ctr">
            <a:noAutofit/>
          </a:bodyPr>
          <a:lstStyle/>
          <a:p>
            <a:r>
              <a:rPr lang="en-US" sz="2500">
                <a:highlight>
                  <a:srgbClr val="FFFFFF"/>
                </a:highlight>
                <a:ea typeface="+mj-lt"/>
                <a:cs typeface="+mj-lt"/>
              </a:rPr>
              <a:t>Advanced Encryption Standard (</a:t>
            </a:r>
            <a:r>
              <a:rPr lang="en-US" sz="2400"/>
              <a:t>AES)</a:t>
            </a:r>
            <a:endParaRPr lang="en-US" sz="2400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73C0F465-AC54-5AF4-B9C9-64F21371EF32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666" y="1236363"/>
            <a:ext cx="5185805" cy="4352544"/>
          </a:xfrm>
        </p:spPr>
        <p:txBody>
          <a:bodyPr vert="horz" lIns="0" tIns="0" rIns="0" bIns="0" rtlCol="0" anchor="t">
            <a:normAutofit/>
          </a:bodyPr>
          <a:lstStyle/>
          <a:p>
            <a:pPr lvl="2"/>
            <a:r>
              <a:rPr lang="en-US" b="1">
                <a:ea typeface="+mn-lt"/>
                <a:cs typeface="+mn-lt"/>
              </a:rPr>
              <a:t>What is AES?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Symmetric block cipher — same key for encryption and decryption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Operates on a </a:t>
            </a:r>
            <a:r>
              <a:rPr lang="en-US" b="1">
                <a:ea typeface="+mn-lt"/>
                <a:cs typeface="+mn-lt"/>
              </a:rPr>
              <a:t>4×4 matrix of bytes</a:t>
            </a:r>
            <a:r>
              <a:rPr lang="en-US">
                <a:ea typeface="+mn-lt"/>
                <a:cs typeface="+mn-lt"/>
              </a:rPr>
              <a:t> called the </a:t>
            </a:r>
            <a:r>
              <a:rPr lang="en-US" b="1">
                <a:ea typeface="+mn-lt"/>
                <a:cs typeface="+mn-lt"/>
              </a:rPr>
              <a:t>state</a:t>
            </a:r>
            <a:r>
              <a:rPr lang="en-US">
                <a:ea typeface="+mn-lt"/>
                <a:cs typeface="+mn-lt"/>
              </a:rPr>
              <a:t> (= 128 bits)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Key is expanded into </a:t>
            </a:r>
            <a:r>
              <a:rPr lang="en-US" b="1">
                <a:ea typeface="+mn-lt"/>
                <a:cs typeface="+mn-lt"/>
              </a:rPr>
              <a:t>11 round keys</a:t>
            </a:r>
            <a:r>
              <a:rPr lang="en-US">
                <a:ea typeface="+mn-lt"/>
                <a:cs typeface="+mn-lt"/>
              </a:rPr>
              <a:t> via the key schedule</a:t>
            </a:r>
            <a:endParaRPr lang="en-US"/>
          </a:p>
          <a:p>
            <a:pPr lvl="2"/>
            <a:endParaRPr lang="en-US" kern="1200">
              <a:cs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95A8AA-1FB9-BD20-7205-ECDD8C618C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87" r="4" b="6033"/>
          <a:stretch>
            <a:fillRect/>
          </a:stretch>
        </p:blipFill>
        <p:spPr>
          <a:xfrm>
            <a:off x="6285471" y="1236363"/>
            <a:ext cx="5185805" cy="4352544"/>
          </a:xfrm>
          <a:prstGeom prst="rect">
            <a:avLst/>
          </a:prstGeom>
          <a:noFill/>
        </p:spPr>
      </p:pic>
      <p:pic>
        <p:nvPicPr>
          <p:cNvPr id="3" name="Picture 2" descr="Advanced Encryption Standard - Wikipedia">
            <a:extLst>
              <a:ext uri="{FF2B5EF4-FFF2-40B4-BE49-F238E27FC236}">
                <a16:creationId xmlns:a16="http://schemas.microsoft.com/office/drawing/2014/main" id="{0DD8A2EF-D895-98DD-4D3D-EA1F87646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466" y="3974914"/>
            <a:ext cx="3999834" cy="223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66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5B1BE-E960-A1BA-719C-7AAABC9D6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0FDE936-3BB3-63B2-5CB5-5C4FC8C7BC1A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C23A22A-FE7A-7F93-C7BF-EE05AEAA0CE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5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3D13561E-548A-3F88-1820-7E605FD4E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anchor="ctr">
            <a:noAutofit/>
          </a:bodyPr>
          <a:lstStyle/>
          <a:p>
            <a:r>
              <a:rPr lang="en-US" sz="2500">
                <a:highlight>
                  <a:srgbClr val="FFFFFF"/>
                </a:highlight>
                <a:ea typeface="+mj-lt"/>
                <a:cs typeface="+mj-lt"/>
              </a:rPr>
              <a:t>Advanced Encryption Standard </a:t>
            </a:r>
            <a:r>
              <a:rPr lang="en-US" sz="2500">
                <a:highlight>
                  <a:srgbClr val="FFFFFF"/>
                </a:highlight>
              </a:rPr>
              <a:t>(</a:t>
            </a:r>
            <a:r>
              <a:rPr lang="en-US" sz="2400"/>
              <a:t>AES)</a:t>
            </a:r>
            <a:endParaRPr lang="en-US" sz="2400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9AF2C7E4-2626-0F4C-15F7-8057D138F09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666" y="1236363"/>
            <a:ext cx="6835197" cy="4352544"/>
          </a:xfrm>
        </p:spPr>
        <p:txBody>
          <a:bodyPr vert="horz" lIns="0" tIns="0" rIns="0" bIns="0" rtlCol="0" anchor="t">
            <a:normAutofit/>
          </a:bodyPr>
          <a:lstStyle/>
          <a:p>
            <a:pPr lvl="2"/>
            <a:r>
              <a:rPr lang="en-US" b="1">
                <a:ea typeface="+mn-lt"/>
                <a:cs typeface="+mn-lt"/>
              </a:rPr>
              <a:t>How does AES work?</a:t>
            </a:r>
          </a:p>
          <a:p>
            <a:pPr lvl="2"/>
            <a:r>
              <a:rPr lang="en-US" b="1">
                <a:ea typeface="+mn-lt"/>
                <a:cs typeface="+mn-lt"/>
              </a:rPr>
              <a:t>Initial Round</a:t>
            </a:r>
            <a:r>
              <a:rPr lang="en-US">
                <a:ea typeface="+mn-lt"/>
                <a:cs typeface="+mn-lt"/>
              </a:rPr>
              <a:t> Plain text </a:t>
            </a:r>
            <a:r>
              <a:rPr lang="en-US" err="1">
                <a:ea typeface="+mn-lt"/>
                <a:cs typeface="+mn-lt"/>
              </a:rPr>
              <a:t>XOR'd</a:t>
            </a:r>
            <a:r>
              <a:rPr lang="en-US">
                <a:ea typeface="+mn-lt"/>
                <a:cs typeface="+mn-lt"/>
              </a:rPr>
              <a:t> with round key 0 </a:t>
            </a:r>
            <a:endParaRPr lang="en-US">
              <a:cs typeface="Arial"/>
            </a:endParaRPr>
          </a:p>
          <a:p>
            <a:pPr lvl="2"/>
            <a:r>
              <a:rPr lang="en-US" b="1">
                <a:ea typeface="+mn-lt"/>
                <a:cs typeface="+mn-lt"/>
              </a:rPr>
              <a:t>Middle Rounds × 9</a:t>
            </a:r>
            <a:endParaRPr lang="en-US">
              <a:ea typeface="+mn-lt"/>
              <a:cs typeface="+mn-lt"/>
            </a:endParaRPr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SubBytes</a:t>
            </a:r>
            <a:r>
              <a:rPr lang="en-US">
                <a:ea typeface="+mn-lt"/>
                <a:cs typeface="+mn-lt"/>
              </a:rPr>
              <a:t> — Byte substitution via S-box (confusion)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ShiftRows</a:t>
            </a:r>
            <a:r>
              <a:rPr lang="en-US">
                <a:ea typeface="+mn-lt"/>
                <a:cs typeface="+mn-lt"/>
              </a:rPr>
              <a:t> — Cyclic row shifts to spread data across columns</a:t>
            </a:r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MixColumns</a:t>
            </a:r>
            <a:r>
              <a:rPr lang="en-US">
                <a:ea typeface="+mn-lt"/>
                <a:cs typeface="+mn-lt"/>
              </a:rPr>
              <a:t> — Column mixing over GF(2⁸) (diffusion)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AddRoundKey</a:t>
            </a:r>
            <a:r>
              <a:rPr lang="en-US">
                <a:ea typeface="+mn-lt"/>
                <a:cs typeface="+mn-lt"/>
              </a:rPr>
              <a:t> — XOR with current round key</a:t>
            </a:r>
          </a:p>
          <a:p>
            <a:pPr indent="0">
              <a:buNone/>
            </a:pPr>
            <a:r>
              <a:rPr lang="en-US" b="1">
                <a:ea typeface="+mn-lt"/>
                <a:cs typeface="+mn-lt"/>
              </a:rPr>
              <a:t>Final Round (Round 10)</a:t>
            </a:r>
            <a:r>
              <a:rPr lang="en-US">
                <a:ea typeface="+mn-lt"/>
                <a:cs typeface="+mn-lt"/>
              </a:rPr>
              <a:t> Same as middle rounds but </a:t>
            </a:r>
            <a:r>
              <a:rPr lang="en-US" b="1">
                <a:ea typeface="+mn-lt"/>
                <a:cs typeface="+mn-lt"/>
              </a:rPr>
              <a:t>no </a:t>
            </a:r>
            <a:r>
              <a:rPr lang="en-US" b="1" err="1">
                <a:ea typeface="+mn-lt"/>
                <a:cs typeface="+mn-lt"/>
              </a:rPr>
              <a:t>MixColumns</a:t>
            </a:r>
            <a:endParaRPr lang="en-US" err="1">
              <a:ea typeface="+mn-lt"/>
              <a:cs typeface="+mn-lt"/>
            </a:endParaRPr>
          </a:p>
          <a:p>
            <a:pPr lvl="2"/>
            <a:endParaRPr lang="en-US" b="1" kern="1200"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15C019-FAD9-23ED-3F7D-24C4B6C3D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455" y="880405"/>
            <a:ext cx="4433344" cy="4871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74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89325-6AEB-5945-B404-59B9DE9FD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044BE13-A124-0669-2A16-8805E5DBD702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EDCDCCC8-0BB6-4F26-14DB-ECF8BC916F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6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6F96CDF0-DD02-2795-6623-23E24E2EA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US" sz="2400"/>
              <a:t>Baseline software implementation</a:t>
            </a:r>
            <a:endParaRPr lang="en-US" sz="2400" err="1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2C23BCCB-28FB-8B4D-59B9-3F6409D137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97280"/>
            <a:ext cx="10746783" cy="1463040"/>
          </a:xfrm>
        </p:spPr>
        <p:txBody>
          <a:bodyPr vert="horz" lIns="0" tIns="0" rIns="0" bIns="0" rtlCol="0" anchor="t">
            <a:noAutofit/>
          </a:bodyPr>
          <a:lstStyle/>
          <a:p>
            <a:pPr>
              <a:spcAft>
                <a:spcPts val="600"/>
              </a:spcAft>
              <a:buClr>
                <a:srgbClr val="00A6D6"/>
              </a:buClr>
              <a:buFont typeface="Arial,Sans-Serif" panose="020B0502040204020203" pitchFamily="34" charset="0"/>
              <a:buChar char="•"/>
            </a:pPr>
            <a:r>
              <a:rPr sz="2000" b="1" i="0">
                <a:solidFill>
                  <a:srgbClr val="202020"/>
                </a:solidFill>
              </a:rPr>
              <a:t>Pure C AES-128 on the unmodified RISCY core: standard loads, stores, XORs and shifts.</a:t>
            </a:r>
            <a:endParaRPr lang="en-US">
              <a:cs typeface="Arial"/>
            </a:endParaRP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02020"/>
                </a:solidFill>
              </a:rPr>
              <a:t>Table-based S-box and gf_mult MixColumns, all from data memory; no hardware acceleration.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E5E67D5-DD26-4969-F4B6-FA0F2C2813E0}"/>
              </a:ext>
            </a:extLst>
          </p:cNvPr>
          <p:cNvGraphicFramePr>
            <a:graphicFrameLocks noGrp="1"/>
          </p:cNvGraphicFramePr>
          <p:nvPr/>
        </p:nvGraphicFramePr>
        <p:xfrm>
          <a:off x="1215957" y="2697480"/>
          <a:ext cx="9754684" cy="3147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7342">
                  <a:extLst>
                    <a:ext uri="{9D8B030D-6E8A-4147-A177-3AD203B41FA5}">
                      <a16:colId xmlns:a16="http://schemas.microsoft.com/office/drawing/2014/main" val="361612601"/>
                    </a:ext>
                  </a:extLst>
                </a:gridCol>
                <a:gridCol w="4877342">
                  <a:extLst>
                    <a:ext uri="{9D8B030D-6E8A-4147-A177-3AD203B41FA5}">
                      <a16:colId xmlns:a16="http://schemas.microsoft.com/office/drawing/2014/main" val="3793921264"/>
                    </a:ext>
                  </a:extLst>
                </a:gridCol>
              </a:tblGrid>
              <a:tr h="62943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768733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Cycle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61184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870347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4644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2240058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2163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1777092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Muxes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70313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621733" y="5946058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600" b="1" i="0">
                <a:solidFill>
                  <a:srgbClr val="00B0F0"/>
                </a:solidFill>
              </a:rPr>
              <a:t>61,184 cycles per block, almost all spent in MixColumns (next slide). This is the bottleneck the hardware targets.</a:t>
            </a:r>
          </a:p>
        </p:txBody>
      </p:sp>
    </p:spTree>
    <p:extLst>
      <p:ext uri="{BB962C8B-B14F-4D97-AF65-F5344CB8AC3E}">
        <p14:creationId xmlns:p14="http://schemas.microsoft.com/office/powerpoint/2010/main" val="2774705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452F-8E6F-FCA4-D687-539D84D73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34A40AE-F790-4ECD-9523-F6B0F98046C5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8937A121-5798-628E-FD75-B4D05FE0DCF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7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DAA23D81-AE47-0615-1981-F6AA529FA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Baseline Bottlenecks </a:t>
            </a:r>
            <a:endParaRPr lang="en-US"/>
          </a:p>
        </p:txBody>
      </p:sp>
      <p:pic>
        <p:nvPicPr>
          <p:cNvPr id="17" name="Picture 16" descr="fig_bottlen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554480"/>
            <a:ext cx="8229600" cy="351263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54480" y="5074920"/>
            <a:ext cx="8595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700" b="1" i="0">
                <a:solidFill>
                  <a:srgbClr val="00B0F0"/>
                </a:solidFill>
              </a:rPr>
              <a:t>MixColumns (the gf_mult inner loop) is 83.8% of all cycles, so it is the single thing worth accelerating in hardware.</a:t>
            </a:r>
          </a:p>
        </p:txBody>
      </p:sp>
    </p:spTree>
    <p:extLst>
      <p:ext uri="{BB962C8B-B14F-4D97-AF65-F5344CB8AC3E}">
        <p14:creationId xmlns:p14="http://schemas.microsoft.com/office/powerpoint/2010/main" val="2291796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F8CDF-6224-FE68-4246-E7E904902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F81C52C-51A9-DC55-B6B0-2FE1CF104C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F2A7D205-551E-01C8-11DC-DF908AF3164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8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A954E43D-4AE0-87FC-B2D4-B31DF049D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How does hardware help?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8F5339F-BEB2-3DC6-BA07-5A418B38D1D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51560"/>
            <a:ext cx="10746783" cy="1737360"/>
          </a:xfrm>
        </p:spPr>
        <p:txBody>
          <a:bodyPr vert="horz" lIns="0" tIns="0" rIns="0" bIns="0" rtlCol="0" anchor="t">
            <a:noAutofit/>
          </a:bodyPr>
          <a:lstStyle/>
          <a:p>
            <a:pPr lvl="2">
              <a:spcAft>
                <a:spcPts val="1000"/>
              </a:spcAft>
            </a:pPr>
            <a:r>
              <a:rPr sz="2000" b="1" i="0">
                <a:solidFill>
                  <a:srgbClr val="202020"/>
                </a:solidFill>
              </a:rPr>
              <a:t>The 186-instruction software mix_columns collapses to a few aes32esmi calls (no gf_mult).</a:t>
            </a:r>
            <a:endParaRPr lang="en-US" b="1">
              <a:ea typeface="+mn-lt"/>
              <a:cs typeface="+mn-lt"/>
            </a:endParaRP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02020"/>
                </a:solidFill>
              </a:rPr>
              <a:t>Runs entirely on registers: no BRAM loads for the S-box or MixColumns.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02020"/>
                </a:solidFill>
              </a:rPr>
              <a:t>aes32esmi = SubBytes + ShiftRows + MixColumns + AddRoundKey, in one cycle.</a:t>
            </a:r>
          </a:p>
        </p:txBody>
      </p:sp>
      <p:pic>
        <p:nvPicPr>
          <p:cNvPr id="17" name="Picture 16" descr="fig_round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246120"/>
            <a:ext cx="8778240" cy="2679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552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D681-E3B9-0610-4FD2-4EE4E91B3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895D950-175E-0D6E-EB98-5349AD291C90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F628A81-7F81-7698-5297-FD045479707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9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3ECFF35F-7E2A-65C5-0529-E7AB06734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Performance after implementation of AES hardware support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F4D8E04F-B05E-1A30-4554-2F96FA37F4C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cs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3232" y="1371600"/>
            <a:ext cx="1078992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00B0F0"/>
                </a:solidFill>
              </a:rPr>
              <a:t>aes32esmi does </a:t>
            </a:r>
            <a:r>
              <a:rPr lang="en-US" sz="1900" b="1" err="1">
                <a:solidFill>
                  <a:srgbClr val="00B0F0"/>
                </a:solidFill>
              </a:rPr>
              <a:t>SubBytes</a:t>
            </a:r>
            <a:r>
              <a:rPr sz="1900" b="1">
                <a:solidFill>
                  <a:srgbClr val="00B0F0"/>
                </a:solidFill>
              </a:rPr>
              <a:t> + </a:t>
            </a:r>
            <a:r>
              <a:rPr lang="en-US" sz="1900" b="1" err="1">
                <a:solidFill>
                  <a:srgbClr val="00B0F0"/>
                </a:solidFill>
              </a:rPr>
              <a:t>ShiftRows</a:t>
            </a:r>
            <a:r>
              <a:rPr sz="1900" b="1">
                <a:solidFill>
                  <a:srgbClr val="00B0F0"/>
                </a:solidFill>
              </a:rPr>
              <a:t> + </a:t>
            </a:r>
            <a:r>
              <a:rPr lang="en-US" sz="1900" b="1" err="1">
                <a:solidFill>
                  <a:srgbClr val="00B0F0"/>
                </a:solidFill>
              </a:rPr>
              <a:t>MixColumns</a:t>
            </a:r>
            <a:r>
              <a:rPr sz="1900" b="1">
                <a:solidFill>
                  <a:srgbClr val="00B0F0"/>
                </a:solidFill>
              </a:rPr>
              <a:t> + AddRoundKey in a single cycle, removing the </a:t>
            </a:r>
            <a:r>
              <a:rPr lang="en-US" sz="1900" b="1" err="1">
                <a:solidFill>
                  <a:srgbClr val="00B0F0"/>
                </a:solidFill>
              </a:rPr>
              <a:t>mix_columns</a:t>
            </a:r>
            <a:r>
              <a:rPr sz="1900" b="1">
                <a:solidFill>
                  <a:srgbClr val="00B0F0"/>
                </a:solidFill>
              </a:rPr>
              <a:t> bottleneck that was 83.8% of software runtime.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280160" y="269748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Cycles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vs software baseline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sz="1700" b="1"/>
                        <a:t>Software AES (baseline)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/>
                        <a:t>61,184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/>
                        <a:t>1.0×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sz="1700" b="1"/>
                        <a:t>+ aes32esmi / aes32esi hardware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/>
                        <a:t>6,260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7A3B"/>
                          </a:solidFill>
                        </a:rPr>
                        <a:t>9.8x faster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280160" y="4389120"/>
            <a:ext cx="9692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The looped hardware version (6,260) is the starting point for the later </a:t>
            </a:r>
            <a:r>
              <a:rPr lang="en-US" sz="1400" i="1" err="1">
                <a:solidFill>
                  <a:srgbClr val="555555"/>
                </a:solidFill>
              </a:rPr>
              <a:t>optimisations</a:t>
            </a:r>
            <a:r>
              <a:rPr sz="1400" i="1">
                <a:solidFill>
                  <a:srgbClr val="555555"/>
                </a:solidFill>
              </a:rPr>
              <a:t>: custom loop-unroll pass → 4,800, parallel DOM S-box → 4,104 (covered on the compiler and RTL slides).</a:t>
            </a:r>
          </a:p>
        </p:txBody>
      </p:sp>
    </p:spTree>
    <p:extLst>
      <p:ext uri="{BB962C8B-B14F-4D97-AF65-F5344CB8AC3E}">
        <p14:creationId xmlns:p14="http://schemas.microsoft.com/office/powerpoint/2010/main" val="1002573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C6EA4-CD4D-B39A-81E6-F82BD849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760BC8-78EA-168B-CF54-0989F724923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D4B5DC5-9BB6-521C-CBF2-B1563E585FA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10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2AA0B641-8736-F2BE-3B3F-B0BE4AD68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Vulnerabilities to side channel attacks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5844D78-FC62-5246-AF0C-00D854029BE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0343A-CE6B-BF51-FD21-28BBE7A64297}"/>
              </a:ext>
            </a:extLst>
          </p:cNvPr>
          <p:cNvSpPr txBox="1"/>
          <p:nvPr/>
        </p:nvSpPr>
        <p:spPr>
          <a:xfrm>
            <a:off x="717698" y="1097280"/>
            <a:ext cx="10756603" cy="20116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  <a:buFont typeface=""/>
              <a:buNone/>
            </a:pPr>
            <a:r>
              <a:rPr sz="1900" b="0" i="0">
                <a:solidFill>
                  <a:srgbClr val="202020"/>
                </a:solidFill>
              </a:rPr>
              <a:t>The Zkne S-box and MixColumns switch a data-dependent number of bits, so power leaks the byte being processed.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02020"/>
                </a:solidFill>
              </a:rPr>
              <a:t>Correlation Power Analysis turns that leakage into the key: about 100 traces on our unprotected core.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02020"/>
                </a:solidFill>
              </a:rPr>
              <a:t>Countermeasure: Domain-Oriented Masking (DOM). Secrets are split into two random shares, recombined only inside registered gates, so no wire (or glitch) tracks the real value.</a:t>
            </a:r>
          </a:p>
          <a:p>
            <a:pPr>
              <a:spcAft>
                <a:spcPts val="600"/>
              </a:spcAft>
              <a:buNone/>
            </a:pPr>
            <a:r>
              <a:rPr sz="1500" b="0" i="0">
                <a:solidFill>
                  <a:srgbClr val="555555"/>
                </a:solidFill>
              </a:rPr>
              <a:t>Follows the TU Delft secure-Zkne paper of Kassimi, Aljuffri, Hamdioui and Taouil (2026).</a:t>
            </a:r>
          </a:p>
        </p:txBody>
      </p:sp>
      <p:pic>
        <p:nvPicPr>
          <p:cNvPr id="17" name="Picture 16" descr="fig_cpa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977639"/>
            <a:ext cx="9235440" cy="243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326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D0762-E121-9D49-A35A-6B9DD173A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A1EE14-3EC2-267B-ACDC-A8A831FE8BC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C1D2AC-4136-BB32-7E83-A68A2C4FC18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D68355-E8E7-4727-AB45-EA1626F43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LoopUnroll Pass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9C5DDD-3CCA-1DBE-E9B0-1722187C9F2C}"/>
              </a:ext>
            </a:extLst>
          </p:cNvPr>
          <p:cNvSpPr txBox="1"/>
          <p:nvPr/>
        </p:nvSpPr>
        <p:spPr>
          <a:xfrm>
            <a:off x="892038" y="1716113"/>
            <a:ext cx="4398044" cy="33855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What was done?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Wrote our own LLVM compiler pass to fully unroll the 9-round AES loop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Calls LLVM's unroll routine directly instead of using a built-in flag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Flattens all 9 rounds into straight line code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Detects the loop by spotting the AES instructions inside it, so it survives inlining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77666BB-2D60-3566-D63A-2E57BBDBE4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75753" y="1809176"/>
            <a:ext cx="609600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053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F91A-63FE-F737-3B4F-160A0B20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63AE53-D361-A0DE-7FA9-7AB54F512FA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73C186-B815-0635-34DA-98F2FEC504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FA7C98-29E3-D888-9A26-B130980CC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</a:t>
            </a:r>
            <a:r>
              <a:rPr lang="en-US" sz="3400" err="1">
                <a:cs typeface="Arial"/>
              </a:rPr>
              <a:t>LoopUnroll</a:t>
            </a:r>
            <a:r>
              <a:rPr lang="en-US" sz="3400">
                <a:cs typeface="Arial"/>
              </a:rPr>
              <a:t> Pass</a:t>
            </a:r>
            <a:endParaRPr lang="en-US" sz="3400" b="0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5F65A3-699A-D502-BF4B-9B11BA7DC494}"/>
              </a:ext>
            </a:extLst>
          </p:cNvPr>
          <p:cNvSpPr txBox="1"/>
          <p:nvPr/>
        </p:nvSpPr>
        <p:spPr>
          <a:xfrm>
            <a:off x="892038" y="1721332"/>
            <a:ext cx="10097386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Why we did it?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looped version wastes cycles on loop overhead every round (counter, branch, condition check, key pointer reload).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Built in unrolling is cost model driven and often refuses to unroll, especially when optimizing for size.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Wanted full control to force unrolling on exactly the target loop.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Goal was to build the optimization myself, not just flip a compiler switch.</a:t>
            </a:r>
          </a:p>
        </p:txBody>
      </p:sp>
    </p:spTree>
    <p:extLst>
      <p:ext uri="{BB962C8B-B14F-4D97-AF65-F5344CB8AC3E}">
        <p14:creationId xmlns:p14="http://schemas.microsoft.com/office/powerpoint/2010/main" val="3470331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3CBAD-3F03-2DA9-C19B-D3BF65031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018806-295D-36C6-5DA3-E9AA78B48CB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D9427E-C611-74B6-71A3-BFF2A13F6DD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30858C-3E06-88C8-DDF0-7037881CB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</a:t>
            </a:r>
            <a:r>
              <a:rPr lang="en-US" sz="3400" err="1">
                <a:cs typeface="Arial"/>
              </a:rPr>
              <a:t>LoopUnroll</a:t>
            </a:r>
            <a:r>
              <a:rPr lang="en-US" sz="3400">
                <a:cs typeface="Arial"/>
              </a:rPr>
              <a:t> Pass</a:t>
            </a:r>
            <a:endParaRPr lang="en-US" sz="3400" b="0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7D95FE-3F8F-6A14-95D1-777E8021CBD6}"/>
              </a:ext>
            </a:extLst>
          </p:cNvPr>
          <p:cNvSpPr txBox="1"/>
          <p:nvPr/>
        </p:nvSpPr>
        <p:spPr>
          <a:xfrm>
            <a:off x="892038" y="1721332"/>
            <a:ext cx="10097386" cy="44781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Results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Brought the software from 6,260 to 4,800 cycles, about 23 percent faster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Same correct ciphertext, guarantees the loop is always fully unrolled</a:t>
            </a: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8D8EDB1-490C-0905-943B-ABB091E84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1167394"/>
              </p:ext>
            </p:extLst>
          </p:nvPr>
        </p:nvGraphicFramePr>
        <p:xfrm>
          <a:off x="2006461" y="3117979"/>
          <a:ext cx="8168640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2121626815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4207703731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1594940385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21256823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Unroll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Vs. 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6453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latin typeface="Arial"/>
                          <a:cs typeface="Arial"/>
                        </a:rPr>
                        <a:t>GCC -</a:t>
                      </a:r>
                      <a:r>
                        <a:rPr lang="en-US" sz="1800" b="0" i="0" u="none" strike="noStrike" noProof="0" err="1">
                          <a:latin typeface="Arial"/>
                          <a:cs typeface="Arial"/>
                        </a:rPr>
                        <a:t>Os</a:t>
                      </a:r>
                      <a:r>
                        <a:rPr lang="en-US" sz="1800" b="0" i="0" u="none" strike="noStrike" noProof="0">
                          <a:latin typeface="Arial"/>
                          <a:cs typeface="Arial"/>
                        </a:rPr>
                        <a:t> (looped)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889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GCC -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Os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 + #pragma unroll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Source pragma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080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GCC -O2 + -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funroll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-loops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Build-in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52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Clang –</a:t>
                      </a:r>
                      <a:r>
                        <a:rPr lang="en-US" err="1"/>
                        <a:t>Os</a:t>
                      </a:r>
                      <a:r>
                        <a:rPr lang="en-US"/>
                        <a:t> + Custom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AESUnroll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-23%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43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5727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05FC1-619B-4211-8158-676E8EB52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578A21-6972-C36B-0802-95BB3E9B715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347FA0-40AB-1269-3E95-877AC53147E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774B68-B294-7B66-425E-FB35BD2A6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D69806-6C35-B888-394D-1AF8F14DD7CE}"/>
              </a:ext>
            </a:extLst>
          </p:cNvPr>
          <p:cNvSpPr txBox="1"/>
          <p:nvPr/>
        </p:nvSpPr>
        <p:spPr>
          <a:xfrm>
            <a:off x="892038" y="1716113"/>
            <a:ext cx="5207017" cy="40010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What was done?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Added a custom instruction that runs two DOM protected AES S-boxes in parallel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Each instruction now processes two-byte lanes of a column instead of one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Built a new execution unit in the core (two S-boxes side by side) plus decoder and pipeline changes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Software XORs the two halves together to finish each column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Kept the original single S-box path intact as a fallback</a:t>
            </a:r>
            <a:endParaRPr lang="en-US">
              <a:cs typeface="Arial" panose="020B0604020202020204"/>
            </a:endParaRPr>
          </a:p>
        </p:txBody>
      </p:sp>
      <p:pic>
        <p:nvPicPr>
          <p:cNvPr id="7" name="Picture 6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17769AA8-2EBC-FCA3-FC1F-DE567D76D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645" y="2629654"/>
            <a:ext cx="5180503" cy="247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279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2D71E-6E8B-5C40-BEA0-934240C7C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247CDA-9EBA-00FE-DDD3-24485799214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E7671F-A0C4-1104-E880-0B47A1D8F3D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15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E2A6BC-896B-CB48-2CE9-07FFF259C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7548BA-F58C-F773-990A-BC61CC9EB082}"/>
              </a:ext>
            </a:extLst>
          </p:cNvPr>
          <p:cNvSpPr txBox="1"/>
          <p:nvPr/>
        </p:nvSpPr>
        <p:spPr>
          <a:xfrm>
            <a:off x="892038" y="1721332"/>
            <a:ext cx="10097386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Why we did it?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DOM S-box is the real bottleneck: every byte pays a fixed 5 cycle latency and stalls the whole pipeline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original design did the S-box one byte at a time, so the 16 bytes per round were fully serial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Running two S-boxes at once halves the number of instructions per round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masking (side channel protection) had to stay fully intact</a:t>
            </a:r>
            <a:endParaRPr lang="en-US">
              <a:cs typeface="Arial" panose="020B0604020202020204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160520"/>
            <a:ext cx="6126480" cy="222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52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FAD2-02E5-566B-1150-E9F49FCBD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701F3-F018-67BD-80B5-DEE132435B9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ABB54F-2985-0294-E7A4-D45BE71D2AD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16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DBF8C7-4A89-0455-0FF6-EFF71800B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8F870-DA03-773F-5C7C-3EC09A77FC49}"/>
              </a:ext>
            </a:extLst>
          </p:cNvPr>
          <p:cNvSpPr txBox="1"/>
          <p:nvPr/>
        </p:nvSpPr>
        <p:spPr>
          <a:xfrm>
            <a:off x="892038" y="1721332"/>
            <a:ext cx="1009738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Results</a:t>
            </a:r>
          </a:p>
          <a:p>
            <a:endParaRPr lang="en-US" sz="2000" b="1">
              <a:solidFill>
                <a:srgbClr val="00B0F0"/>
              </a:solidFill>
              <a:ea typeface="+mn-lt"/>
              <a:cs typeface="+mn-lt"/>
            </a:endParaRPr>
          </a:p>
          <a:p>
            <a:endParaRPr lang="en-US" sz="2000" b="1">
              <a:solidFill>
                <a:srgbClr val="00B0F0"/>
              </a:solidFill>
              <a:ea typeface="+mn-lt"/>
              <a:cs typeface="+mn-lt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2079FD2-B6F7-DAE4-4101-70DBF0B3F2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409433"/>
              </p:ext>
            </p:extLst>
          </p:nvPr>
        </p:nvGraphicFramePr>
        <p:xfrm>
          <a:off x="1855105" y="2183746"/>
          <a:ext cx="816864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880">
                  <a:extLst>
                    <a:ext uri="{9D8B030D-6E8A-4147-A177-3AD203B41FA5}">
                      <a16:colId xmlns:a16="http://schemas.microsoft.com/office/drawing/2014/main" val="3809554223"/>
                    </a:ext>
                  </a:extLst>
                </a:gridCol>
                <a:gridCol w="2722880">
                  <a:extLst>
                    <a:ext uri="{9D8B030D-6E8A-4147-A177-3AD203B41FA5}">
                      <a16:colId xmlns:a16="http://schemas.microsoft.com/office/drawing/2014/main" val="2060622130"/>
                    </a:ext>
                  </a:extLst>
                </a:gridCol>
                <a:gridCol w="2722880">
                  <a:extLst>
                    <a:ext uri="{9D8B030D-6E8A-4147-A177-3AD203B41FA5}">
                      <a16:colId xmlns:a16="http://schemas.microsoft.com/office/drawing/2014/main" val="3060858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Vs. Original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157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8431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Custom Unroll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23%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730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Parallel DOM S-box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76812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274CF8C-4787-F073-8F08-7CDEDB753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374251"/>
              </p:ext>
            </p:extLst>
          </p:nvPr>
        </p:nvGraphicFramePr>
        <p:xfrm>
          <a:off x="1873163" y="3809739"/>
          <a:ext cx="8153400" cy="2171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6700">
                  <a:extLst>
                    <a:ext uri="{9D8B030D-6E8A-4147-A177-3AD203B41FA5}">
                      <a16:colId xmlns:a16="http://schemas.microsoft.com/office/drawing/2014/main" val="4107572227"/>
                    </a:ext>
                  </a:extLst>
                </a:gridCol>
                <a:gridCol w="4076700">
                  <a:extLst>
                    <a:ext uri="{9D8B030D-6E8A-4147-A177-3AD203B41FA5}">
                      <a16:colId xmlns:a16="http://schemas.microsoft.com/office/drawing/2014/main" val="4026469846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Resource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Count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440573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Cycle Count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4121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2216566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LUTs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11987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0961568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Registers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10412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0181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Muxes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289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315848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DSP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8798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4028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10744200" cy="640080"/>
          </a:xfrm>
        </p:spPr>
        <p:txBody>
          <a:bodyPr/>
          <a:lstStyle/>
          <a:p>
            <a:r>
              <a:rPr sz="2800" b="1"/>
              <a:t>Validation Framework: Simulation-Based Power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2000" b="1" i="0">
                <a:solidFill>
                  <a:srgbClr val="00B0F0"/>
                </a:solidFill>
              </a:rPr>
              <a:t>How we proved the masking works, in simulation and on hardware</a:t>
            </a:r>
          </a:p>
        </p:txBody>
      </p:sp>
      <p:pic>
        <p:nvPicPr>
          <p:cNvPr id="4" name="Picture 3" descr="fig_validatio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65960"/>
            <a:ext cx="10058400" cy="24351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4113325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buNone/>
            </a:pPr>
            <a:r>
              <a:rPr sz="1800" b="0" i="0">
                <a:solidFill>
                  <a:srgbClr val="202020"/>
                </a:solidFill>
              </a:rPr>
              <a:t>Power proxy = Hamming weight of the captured S-box result, logged per trace by a SystemVerilog testbench in Vivado xsim. The same rig drives the unprotected and the DOM S-box, so the before/after is clean.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202020"/>
                </a:solidFill>
              </a:rPr>
              <a:t>CPA: correlate power with HW(SBOX[pt XOR guess]) over all 256 guesses, 20 000 traces.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202020"/>
                </a:solidFill>
              </a:rPr>
              <a:t>TVLA: Welch fixed-vs-random t-test, 40 000 traces; |t| &gt; 4.5 means first-order leakage.</a:t>
            </a:r>
          </a:p>
          <a:p>
            <a:pPr>
              <a:spcAft>
                <a:spcPts val="7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Simulation isolates the data-dependent switching with no analog noise, alongside Rishi's CW305 hardware validation.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722376"/>
            <a:ext cx="10744200" cy="822960"/>
          </a:xfrm>
        </p:spPr>
        <p:txBody>
          <a:bodyPr/>
          <a:lstStyle/>
          <a:p>
            <a:r>
              <a:rPr sz="3400" b="1"/>
              <a:t>Validation Results: DOM Defeats the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0B0F0"/>
                </a:solidFill>
              </a:rPr>
              <a:t>Same rig, same noise (σ = 2.0). The only change is the S-box, and the leakage disappears.</a:t>
            </a:r>
          </a:p>
        </p:txBody>
      </p:sp>
      <p:pic>
        <p:nvPicPr>
          <p:cNvPr id="4" name="Picture 3" descr="tvla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65960"/>
            <a:ext cx="5715000" cy="3089189"/>
          </a:xfrm>
          <a:prstGeom prst="rect">
            <a:avLst/>
          </a:prstGeom>
        </p:spPr>
      </p:pic>
      <p:pic>
        <p:nvPicPr>
          <p:cNvPr id="5" name="Picture 4" descr="cpa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240280"/>
            <a:ext cx="5532120" cy="2336133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5074920"/>
          <a:ext cx="110642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Unprotected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DOM-masked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CPA true-key rank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1 /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35 / 256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CPA top |r|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0.58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0.022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TVLA max |t|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44.0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1.4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Crosses |t| = 4.5?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Yes (9.8x)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No (0.3x)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1217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49A5F-9ACF-4945-38C8-0B29C09CF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704F9-C225-18AC-86FA-EF8E1E7C6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76" y="658368"/>
            <a:ext cx="10744200" cy="640080"/>
          </a:xfrm>
        </p:spPr>
        <p:txBody>
          <a:bodyPr/>
          <a:lstStyle/>
          <a:p>
            <a:r>
              <a:rPr lang="en-US" sz="2800"/>
              <a:t>Hardware Validation: CW305 Setup</a:t>
            </a:r>
            <a:endParaRPr lang="en-US" sz="2800" b="1"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D24B97-AF18-D760-3805-23A4FC381519}"/>
              </a:ext>
            </a:extLst>
          </p:cNvPr>
          <p:cNvSpPr txBox="1"/>
          <p:nvPr/>
        </p:nvSpPr>
        <p:spPr>
          <a:xfrm>
            <a:off x="684830" y="1786890"/>
            <a:ext cx="10745413" cy="230133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en-US" sz="2000" b="1"/>
              <a:t>Hardware setup</a:t>
            </a:r>
            <a:endParaRPr lang="en-US">
              <a:cs typeface="Arial"/>
            </a:endParaRPr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lang="en-US" sz="2000">
                <a:solidFill>
                  <a:srgbClr val="202020"/>
                </a:solidFill>
                <a:cs typeface="Arial"/>
              </a:rPr>
              <a:t>CW 305 </a:t>
            </a:r>
            <a:r>
              <a:rPr lang="en-US" sz="2000" err="1">
                <a:solidFill>
                  <a:srgbClr val="202020"/>
                </a:solidFill>
                <a:cs typeface="Arial"/>
              </a:rPr>
              <a:t>Artix</a:t>
            </a:r>
            <a:r>
              <a:rPr lang="en-US" sz="2000">
                <a:solidFill>
                  <a:srgbClr val="202020"/>
                </a:solidFill>
                <a:cs typeface="Arial"/>
              </a:rPr>
              <a:t>-7 100T with CV32E40P RISC-V soft-core</a:t>
            </a:r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lang="en-US" sz="2000" err="1">
                <a:solidFill>
                  <a:srgbClr val="202020"/>
                </a:solidFill>
                <a:cs typeface="Arial"/>
              </a:rPr>
              <a:t>ChipWhisperer</a:t>
            </a:r>
            <a:r>
              <a:rPr lang="en-US" sz="2000">
                <a:solidFill>
                  <a:srgbClr val="202020"/>
                </a:solidFill>
                <a:cs typeface="Arial"/>
              </a:rPr>
              <a:t>-Lite scope, 50 MHz clock, ADC at 200 MHz</a:t>
            </a:r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lang="en-US" sz="2000">
                <a:solidFill>
                  <a:srgbClr val="202020"/>
                </a:solidFill>
                <a:cs typeface="Arial"/>
              </a:rPr>
              <a:t>Gain:30 dB</a:t>
            </a:r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lang="en-US" sz="2000">
                <a:solidFill>
                  <a:srgbClr val="202020"/>
                </a:solidFill>
                <a:cs typeface="Arial"/>
              </a:rPr>
              <a:t>Three bitstreams tested: AES_100t (reference), Baseline RI5CY, DOM-protected RI5CY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9887F9-8596-0AD4-8485-D5E6BC47CEDC}"/>
              </a:ext>
            </a:extLst>
          </p:cNvPr>
          <p:cNvSpPr txBox="1"/>
          <p:nvPr/>
        </p:nvSpPr>
        <p:spPr>
          <a:xfrm>
            <a:off x="725939" y="1135327"/>
            <a:ext cx="10739004" cy="9140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</a:rPr>
              <a:t>From simulation to silicon - Validation on CW305 Artix-7 FPGA with CV32E40P RISC-V soft core</a:t>
            </a:r>
            <a:endParaRPr lang="en-US" sz="2000" b="1">
              <a:solidFill>
                <a:srgbClr val="00B0F0"/>
              </a:solidFill>
              <a:cs typeface="Arial"/>
            </a:endParaRP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 err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B0D05B-BCB8-D440-FD62-7757D84DB4CA}"/>
              </a:ext>
            </a:extLst>
          </p:cNvPr>
          <p:cNvSpPr txBox="1"/>
          <p:nvPr/>
        </p:nvSpPr>
        <p:spPr>
          <a:xfrm>
            <a:off x="723900" y="4181475"/>
            <a:ext cx="10668000" cy="23298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latin typeface="Arial"/>
              </a:rPr>
              <a:t>Attack Method</a:t>
            </a:r>
            <a:endParaRPr lang="en-US">
              <a:cs typeface="Arial"/>
            </a:endParaRP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>
                <a:cs typeface="Arial" panose="020B0604020202020204"/>
              </a:rPr>
              <a:t>CPA: </a:t>
            </a:r>
            <a:r>
              <a:rPr lang="en-US" sz="2000" err="1">
                <a:cs typeface="Arial" panose="020B0604020202020204"/>
              </a:rPr>
              <a:t>sbox_output</a:t>
            </a:r>
            <a:r>
              <a:rPr lang="en-US" sz="2000">
                <a:cs typeface="Arial" panose="020B0604020202020204"/>
              </a:rPr>
              <a:t> leakage model and </a:t>
            </a:r>
            <a:r>
              <a:rPr lang="en-US" sz="2000" err="1">
                <a:cs typeface="Arial" panose="020B0604020202020204"/>
              </a:rPr>
              <a:t>last_round_state_diff</a:t>
            </a:r>
            <a:r>
              <a:rPr lang="en-US" sz="2000">
                <a:cs typeface="Arial" panose="020B0604020202020204"/>
              </a:rPr>
              <a:t> leakage model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>
                <a:cs typeface="Arial" panose="020B0604020202020204"/>
              </a:rPr>
              <a:t>Window: samples 0-80 (round 1 S-Box)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>
                <a:cs typeface="Arial" panose="020B0604020202020204"/>
              </a:rPr>
              <a:t>TVLA: Welch t-test, fixed vs random PT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>
                <a:cs typeface="Arial" panose="020B0604020202020204"/>
              </a:rPr>
              <a:t>Threshold: |t| &gt; 4.5 </a:t>
            </a: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76092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84D8E-6C80-DCEF-8ACA-F58206798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7207-E804-3034-F5AE-A26DFB416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601" y="722376"/>
            <a:ext cx="10896600" cy="822960"/>
          </a:xfrm>
        </p:spPr>
        <p:txBody>
          <a:bodyPr/>
          <a:lstStyle/>
          <a:p>
            <a:r>
              <a:rPr lang="en-US" sz="3400"/>
              <a:t>Hardware Validation Results: DOM defeats the attack</a:t>
            </a:r>
            <a:endParaRPr lang="en-US" sz="3400"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7E8B08-C6BF-8A64-DCB7-EF2E12D7D29E}"/>
              </a:ext>
            </a:extLst>
          </p:cNvPr>
          <p:cNvSpPr txBox="1"/>
          <p:nvPr/>
        </p:nvSpPr>
        <p:spPr>
          <a:xfrm>
            <a:off x="548640" y="1417320"/>
            <a:ext cx="11064240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b="1">
                <a:solidFill>
                  <a:srgbClr val="00B0F0"/>
                </a:solidFill>
              </a:rPr>
              <a:t>Real silicon confirms simulation – leakage disappears with DOM masking</a:t>
            </a:r>
            <a:endParaRPr sz="1800" b="1">
              <a:solidFill>
                <a:srgbClr val="00B0F0"/>
              </a:solidFill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F211F47-C021-BC48-C403-0B5B756C3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755240"/>
              </p:ext>
            </p:extLst>
          </p:nvPr>
        </p:nvGraphicFramePr>
        <p:xfrm>
          <a:off x="621030" y="1941576"/>
          <a:ext cx="10826228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6557">
                  <a:extLst>
                    <a:ext uri="{9D8B030D-6E8A-4147-A177-3AD203B41FA5}">
                      <a16:colId xmlns:a16="http://schemas.microsoft.com/office/drawing/2014/main" val="3701616295"/>
                    </a:ext>
                  </a:extLst>
                </a:gridCol>
                <a:gridCol w="2706557">
                  <a:extLst>
                    <a:ext uri="{9D8B030D-6E8A-4147-A177-3AD203B41FA5}">
                      <a16:colId xmlns:a16="http://schemas.microsoft.com/office/drawing/2014/main" val="3636460982"/>
                    </a:ext>
                  </a:extLst>
                </a:gridCol>
                <a:gridCol w="2706557">
                  <a:extLst>
                    <a:ext uri="{9D8B030D-6E8A-4147-A177-3AD203B41FA5}">
                      <a16:colId xmlns:a16="http://schemas.microsoft.com/office/drawing/2014/main" val="2589709152"/>
                    </a:ext>
                  </a:extLst>
                </a:gridCol>
                <a:gridCol w="2706557">
                  <a:extLst>
                    <a:ext uri="{9D8B030D-6E8A-4147-A177-3AD203B41FA5}">
                      <a16:colId xmlns:a16="http://schemas.microsoft.com/office/drawing/2014/main" val="4735314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AES_100t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Baseline RI5CY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DOM Protected RISCY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404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/>
                        <a:t>CPA bytes recovered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/>
                        <a:t>16/</a:t>
                      </a:r>
                      <a:r>
                        <a:rPr lang="en-US" sz="15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0/16 (Need more traces)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0/16  (Protected)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3882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/>
                        <a:t>CPA max correlation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0.236 (strong)                   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0.21, PGE dropping               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0.07 (noise floor)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9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/>
                        <a:t>TVLA max |t|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49.27 (10.9x threshold)          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4.69 (marginal, 1 sample)        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3.98 (below threshold)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6200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/>
                        <a:t>Leakage detected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Marginal (1 sample)             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276148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C91FCB4-D512-0B15-9C6C-3D693F598311}"/>
              </a:ext>
            </a:extLst>
          </p:cNvPr>
          <p:cNvSpPr txBox="1"/>
          <p:nvPr/>
        </p:nvSpPr>
        <p:spPr>
          <a:xfrm>
            <a:off x="624839" y="4170045"/>
            <a:ext cx="11064240" cy="132343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1600" b="1"/>
              <a:t>Key Findings:</a:t>
            </a:r>
            <a:endParaRPr lang="en-US" sz="1600" b="1">
              <a:cs typeface="Arial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>
                <a:cs typeface="Arial"/>
              </a:rPr>
              <a:t>CPA successfully breaks unprotected hardware AES with correlation = 0.236</a:t>
            </a: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>
                <a:cs typeface="Arial"/>
              </a:rPr>
              <a:t>DOM masking bring correlation to 0.07 and TVLA t-value below the leakage threshold, confirming first-order SC resistance on real hardware.</a:t>
            </a:r>
          </a:p>
        </p:txBody>
      </p:sp>
    </p:spTree>
    <p:extLst>
      <p:ext uri="{BB962C8B-B14F-4D97-AF65-F5344CB8AC3E}">
        <p14:creationId xmlns:p14="http://schemas.microsoft.com/office/powerpoint/2010/main" val="159269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15E5C3-58B4-9348-9C0F-ECF95A0265E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275C5F-2CBD-DA27-B0C6-1D1D0B40974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260B0D-5B6B-BA13-ECC3-613864F9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Future Work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E7CCDB-9939-2460-EF59-1689425A63F0}"/>
              </a:ext>
            </a:extLst>
          </p:cNvPr>
          <p:cNvSpPr txBox="1"/>
          <p:nvPr/>
        </p:nvSpPr>
        <p:spPr>
          <a:xfrm>
            <a:off x="883177" y="1623867"/>
            <a:ext cx="5436782" cy="43858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u="sng"/>
              <a:t>The observation:</a:t>
            </a:r>
            <a:r>
              <a:rPr lang="en-US" sz="2000" b="1"/>
              <a:t> </a:t>
            </a:r>
            <a:endParaRPr lang="en-US" sz="2000" b="1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/>
              <a:t>Same operation four times</a:t>
            </a:r>
            <a:endParaRPr lang="en-US" sz="2000" b="1">
              <a:cs typeface="Arial"/>
            </a:endParaRPr>
          </a:p>
          <a:p>
            <a:endParaRPr lang="en-US" sz="1100" b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/>
              <a:t>This results in:</a:t>
            </a:r>
            <a:endParaRPr lang="en-US" sz="2000" b="1">
              <a:cs typeface="Arial"/>
            </a:endParaRPr>
          </a:p>
          <a:p>
            <a:endParaRPr lang="en-US" sz="1000" b="1">
              <a:cs typeface="Arial"/>
            </a:endParaRPr>
          </a:p>
          <a:p>
            <a:r>
              <a:rPr lang="en-US" sz="2000" b="1"/>
              <a:t>         Additional execution overhead </a:t>
            </a:r>
            <a:endParaRPr lang="en-US" sz="2000" b="1">
              <a:cs typeface="Arial"/>
            </a:endParaRPr>
          </a:p>
          <a:p>
            <a:endParaRPr lang="en-US" sz="1600" b="1">
              <a:cs typeface="Arial"/>
            </a:endParaRPr>
          </a:p>
          <a:p>
            <a:r>
              <a:rPr lang="en-US" sz="2000" b="1"/>
              <a:t>         Repeated instruction fetch and decode. </a:t>
            </a:r>
            <a:endParaRPr lang="en-US" sz="2000" b="1">
              <a:cs typeface="Arial"/>
            </a:endParaRPr>
          </a:p>
          <a:p>
            <a:endParaRPr lang="en-US" sz="1400" b="1">
              <a:cs typeface="Arial"/>
            </a:endParaRPr>
          </a:p>
          <a:p>
            <a:r>
              <a:rPr lang="en-US" sz="2000" b="1"/>
              <a:t>         Increased instruction count. . </a:t>
            </a:r>
            <a:endParaRPr lang="en-US" sz="2000" b="1">
              <a:cs typeface="Arial"/>
            </a:endParaRPr>
          </a:p>
          <a:p>
            <a:endParaRPr lang="en-US" sz="1400" b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/>
              <a:t>Independent, highly regular pattern.</a:t>
            </a:r>
            <a:endParaRPr lang="en-US" sz="2000" b="1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1400" b="1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>
                <a:cs typeface="Arial"/>
              </a:rPr>
              <a:t>Places a limit on the throughput </a:t>
            </a:r>
          </a:p>
          <a:p>
            <a:endParaRPr lang="en-US" sz="1600" b="1"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FC9FA0-A14B-FFF0-BF8E-2EADB7A1D2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1" t="7476" r="183" b="322"/>
          <a:stretch>
            <a:fillRect/>
          </a:stretch>
        </p:blipFill>
        <p:spPr>
          <a:xfrm>
            <a:off x="6802210" y="2263548"/>
            <a:ext cx="4378891" cy="23339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9310321-14FE-816A-7840-24D208065775}"/>
              </a:ext>
            </a:extLst>
          </p:cNvPr>
          <p:cNvSpPr txBox="1"/>
          <p:nvPr/>
        </p:nvSpPr>
        <p:spPr>
          <a:xfrm>
            <a:off x="6793953" y="4679584"/>
            <a:ext cx="4498692" cy="4431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>
                <a:solidFill>
                  <a:schemeClr val="tx1">
                    <a:lumMod val="65000"/>
                    <a:lumOff val="35000"/>
                  </a:schemeClr>
                </a:solidFill>
                <a:cs typeface="Arial"/>
              </a:rPr>
              <a:t>  4 instructions required for a single round. A consequence of the bit width of the registers</a:t>
            </a:r>
            <a:endParaRPr lang="en-US">
              <a:solidFill>
                <a:schemeClr val="tx1">
                  <a:lumMod val="65000"/>
                  <a:lumOff val="35000"/>
                </a:schemeClr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653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A88EA-42E5-463B-1919-14AC3C15F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E1282D-9FA9-E532-AF41-FD95A8E792F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770D03-6922-F2B5-4D61-96AF3FA87C4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BC16B1-C4ED-9E20-C72E-C85C20A64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14A73F-9E5E-754D-264B-B01B7EDAEACE}"/>
              </a:ext>
            </a:extLst>
          </p:cNvPr>
          <p:cNvSpPr txBox="1"/>
          <p:nvPr/>
        </p:nvSpPr>
        <p:spPr>
          <a:xfrm>
            <a:off x="892038" y="1721332"/>
            <a:ext cx="5507666" cy="42088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u="sng">
                <a:cs typeface="Arial"/>
              </a:rPr>
              <a:t>The Idea:</a:t>
            </a:r>
          </a:p>
          <a:p>
            <a:endParaRPr lang="en-US" sz="2000" b="1">
              <a:cs typeface="Arial"/>
            </a:endParaRPr>
          </a:p>
          <a:p>
            <a:r>
              <a:rPr lang="en-US" sz="2000" b="1" err="1">
                <a:ea typeface="+mn-lt"/>
                <a:cs typeface="+mn-lt"/>
              </a:rPr>
              <a:t>i</a:t>
            </a:r>
            <a:r>
              <a:rPr lang="en-US" sz="2000" b="1">
                <a:ea typeface="+mn-lt"/>
                <a:cs typeface="+mn-lt"/>
              </a:rPr>
              <a:t>) Introduce a super instruction</a:t>
            </a:r>
            <a:endParaRPr lang="en-US" sz="2000" b="1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endParaRPr lang="en-US" sz="1050" b="1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ii) Replicate AES32/</a:t>
            </a:r>
            <a:r>
              <a:rPr lang="en-US" sz="2000" b="1" err="1">
                <a:ea typeface="+mn-lt"/>
                <a:cs typeface="+mn-lt"/>
              </a:rPr>
              <a:t>Zkne</a:t>
            </a:r>
            <a:r>
              <a:rPr lang="en-US" sz="2000" b="1">
                <a:ea typeface="+mn-lt"/>
                <a:cs typeface="+mn-lt"/>
              </a:rPr>
              <a:t> </a:t>
            </a:r>
            <a:r>
              <a:rPr lang="en-US" sz="2000" b="1" err="1">
                <a:ea typeface="+mn-lt"/>
                <a:cs typeface="+mn-lt"/>
              </a:rPr>
              <a:t>datapath</a:t>
            </a:r>
            <a:r>
              <a:rPr lang="en-US" sz="2000" b="1">
                <a:ea typeface="+mn-lt"/>
                <a:cs typeface="+mn-lt"/>
              </a:rPr>
              <a:t> four times</a:t>
            </a:r>
            <a:endParaRPr lang="en-US" sz="2000" b="1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endParaRPr lang="en-US" sz="1050" b="1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iii) Execute in parallel within a single instruction.</a:t>
            </a:r>
            <a:endParaRPr lang="en-US" sz="2000" b="1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endParaRPr lang="en-US" sz="900" b="1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iv) Combine the results internally </a:t>
            </a:r>
          </a:p>
          <a:p>
            <a:r>
              <a:rPr lang="en-US" sz="2000" b="1">
                <a:ea typeface="+mn-lt"/>
                <a:cs typeface="+mn-lt"/>
              </a:rPr>
              <a:t>and write back the final 32-bit result.</a:t>
            </a:r>
            <a:endParaRPr lang="en-US" sz="2000" b="1">
              <a:cs typeface="Arial"/>
            </a:endParaRPr>
          </a:p>
          <a:p>
            <a:endParaRPr lang="en-US" sz="2000" b="1"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0F2904-BD60-6F2E-0392-50BF28214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853" y="336811"/>
            <a:ext cx="1362317" cy="1380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F25BAA-9F66-6E12-CC50-47E4AA084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457" y="1913860"/>
            <a:ext cx="3701504" cy="33049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8DA3D6-0BA8-8601-1173-F7A185712951}"/>
              </a:ext>
            </a:extLst>
          </p:cNvPr>
          <p:cNvSpPr txBox="1"/>
          <p:nvPr/>
        </p:nvSpPr>
        <p:spPr>
          <a:xfrm>
            <a:off x="8470604" y="5218814"/>
            <a:ext cx="399607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>
                <a:solidFill>
                  <a:srgbClr val="595959"/>
                </a:solidFill>
                <a:latin typeface="Arial"/>
                <a:cs typeface="Segoe UI"/>
              </a:rPr>
              <a:t>Proposed Block Diagram</a:t>
            </a:r>
            <a:endParaRPr lang="en-US" sz="1600">
              <a:solidFill>
                <a:srgbClr val="595959"/>
              </a:solidFill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144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7634-B793-84AA-4301-3A61DCCA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2AA190-412E-63CF-AC79-1285F3D62DA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FF4782-1109-B9D2-F3DE-B03ACC5B009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337BF1-8A2A-EB98-513F-A6D6ECCF2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65A4BF-C0F4-6B48-CEAC-170D130BDB6F}"/>
              </a:ext>
            </a:extLst>
          </p:cNvPr>
          <p:cNvSpPr txBox="1"/>
          <p:nvPr/>
        </p:nvSpPr>
        <p:spPr>
          <a:xfrm>
            <a:off x="918619" y="1473239"/>
            <a:ext cx="7598735" cy="48936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u="sng"/>
              <a:t>Architectural Changes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err="1">
                <a:ea typeface="+mn-lt"/>
                <a:cs typeface="+mn-lt"/>
              </a:rPr>
              <a:t>i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b="1">
                <a:ea typeface="+mn-lt"/>
                <a:cs typeface="+mn-lt"/>
              </a:rPr>
              <a:t>New opcodes and instruction formats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Arial"/>
            </a:endParaRPr>
          </a:p>
          <a:p>
            <a:endParaRPr lang="en-US" sz="2000">
              <a:latin typeface="Arial"/>
              <a:cs typeface="Arial"/>
            </a:endParaRPr>
          </a:p>
          <a:p>
            <a:br>
              <a:rPr lang="en-US"/>
            </a:b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ii) </a:t>
            </a:r>
            <a:r>
              <a:rPr lang="en-US" sz="2000" b="1">
                <a:ea typeface="+mn-lt"/>
                <a:cs typeface="+mn-lt"/>
              </a:rPr>
              <a:t>Modifications to the Register File (or) Decode Logic</a:t>
            </a:r>
            <a:endParaRPr lang="en-US" sz="2000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r>
              <a:rPr lang="en-US" sz="2000">
                <a:cs typeface="Arial"/>
              </a:rPr>
              <a:t>iii) </a:t>
            </a:r>
            <a:r>
              <a:rPr lang="en-US" sz="2000" b="1">
                <a:solidFill>
                  <a:schemeClr val="tx2"/>
                </a:solidFill>
                <a:cs typeface="Arial"/>
              </a:rPr>
              <a:t>Replicate the </a:t>
            </a:r>
            <a:r>
              <a:rPr lang="en-US" sz="2000" b="1" err="1">
                <a:solidFill>
                  <a:schemeClr val="tx2"/>
                </a:solidFill>
                <a:cs typeface="Arial"/>
              </a:rPr>
              <a:t>Zkne</a:t>
            </a:r>
            <a:r>
              <a:rPr lang="en-US" sz="2000" b="1">
                <a:solidFill>
                  <a:schemeClr val="tx2"/>
                </a:solidFill>
                <a:cs typeface="Arial"/>
              </a:rPr>
              <a:t> hardware </a:t>
            </a:r>
            <a:endParaRPr lang="en-US" sz="2000">
              <a:solidFill>
                <a:schemeClr val="tx2"/>
              </a:solidFill>
              <a:cs typeface="Arial"/>
            </a:endParaRPr>
          </a:p>
          <a:p>
            <a:endParaRPr lang="en-US" sz="2000" b="1">
              <a:solidFill>
                <a:schemeClr val="tx2"/>
              </a:solidFill>
              <a:cs typeface="Arial"/>
            </a:endParaRPr>
          </a:p>
          <a:p>
            <a:r>
              <a:rPr lang="en-US" sz="2000">
                <a:solidFill>
                  <a:schemeClr val="tx2"/>
                </a:solidFill>
                <a:ea typeface="+mn-lt"/>
                <a:cs typeface="+mn-lt"/>
              </a:rPr>
              <a:t>iv)  </a:t>
            </a:r>
            <a:r>
              <a:rPr lang="en-US" sz="2000" b="1">
                <a:solidFill>
                  <a:schemeClr val="tx2"/>
                </a:solidFill>
                <a:ea typeface="+mn-lt"/>
                <a:cs typeface="+mn-lt"/>
              </a:rPr>
              <a:t>Software Support for the Instruction</a:t>
            </a:r>
          </a:p>
          <a:p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424B94-A9F6-F862-4465-6BAF7AAE3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808" y="2528223"/>
            <a:ext cx="7278430" cy="8003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199A9F1-08A8-6B52-B74D-BEA25E932B85}"/>
              </a:ext>
            </a:extLst>
          </p:cNvPr>
          <p:cNvSpPr txBox="1"/>
          <p:nvPr/>
        </p:nvSpPr>
        <p:spPr>
          <a:xfrm>
            <a:off x="4961861" y="3331535"/>
            <a:ext cx="6096000" cy="5447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0" i="0" u="none" strike="noStrike" baseline="0">
                <a:solidFill>
                  <a:srgbClr val="595959"/>
                </a:solidFill>
                <a:latin typeface="Arial"/>
              </a:rPr>
              <a:t>Proposed </a:t>
            </a:r>
            <a:r>
              <a:rPr lang="en-US" sz="1600">
                <a:solidFill>
                  <a:srgbClr val="595959"/>
                </a:solidFill>
                <a:latin typeface="Arial"/>
              </a:rPr>
              <a:t>Instruction </a:t>
            </a:r>
            <a:r>
              <a:rPr lang="en-US" sz="1600">
                <a:solidFill>
                  <a:srgbClr val="595959"/>
                </a:solidFill>
                <a:latin typeface="Arial"/>
                <a:cs typeface="Arial"/>
              </a:rPr>
              <a:t>Format</a:t>
            </a:r>
            <a:endParaRPr lang="en-US" sz="1600">
              <a:cs typeface="Arial"/>
            </a:endParaRP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 err="1"/>
          </a:p>
        </p:txBody>
      </p:sp>
    </p:spTree>
    <p:extLst>
      <p:ext uri="{BB962C8B-B14F-4D97-AF65-F5344CB8AC3E}">
        <p14:creationId xmlns:p14="http://schemas.microsoft.com/office/powerpoint/2010/main" val="3977631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40A66-A8EE-65DD-D13B-DD6E4741D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A1F416-7BDA-8D7D-D255-E2B5E96CCE6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EE797F-57D2-27C9-C413-5598BBFF26D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980BA1-450E-FD2B-A225-1B722E7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135B5-19D1-AA50-636A-4AE20DAA6B67}"/>
              </a:ext>
            </a:extLst>
          </p:cNvPr>
          <p:cNvSpPr txBox="1"/>
          <p:nvPr/>
        </p:nvSpPr>
        <p:spPr>
          <a:xfrm>
            <a:off x="892038" y="1721332"/>
            <a:ext cx="10097386" cy="35440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1000"/>
              </a:spcAft>
              <a:buNone/>
            </a:pPr>
            <a:r>
              <a:rPr sz="2200" b="1" i="0">
                <a:solidFill>
                  <a:srgbClr val="00B0F0"/>
                </a:solidFill>
              </a:rPr>
              <a:t>Limitations</a:t>
            </a:r>
          </a:p>
          <a:p>
            <a:pPr>
              <a:spcAft>
                <a:spcPts val="100"/>
              </a:spcAft>
            </a:pPr>
            <a:r>
              <a:rPr sz="2000" b="1" i="0">
                <a:solidFill>
                  <a:srgbClr val="202020"/>
                </a:solidFill>
              </a:rPr>
              <a:t>Opcode space pollution</a:t>
            </a:r>
          </a:p>
          <a:p>
            <a:pPr>
              <a:spcAft>
                <a:spcPts val="9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Custom-0 opcodes consume scarce encoding space and may clash with future standard extensions.</a:t>
            </a:r>
          </a:p>
          <a:p>
            <a:pPr>
              <a:spcAft>
                <a:spcPts val="100"/>
              </a:spcAft>
            </a:pPr>
            <a:r>
              <a:rPr sz="2000" b="1" i="0">
                <a:solidFill>
                  <a:srgbClr val="202020"/>
                </a:solidFill>
              </a:rPr>
              <a:t>Register-file pressure</a:t>
            </a:r>
          </a:p>
          <a:p>
            <a:pPr>
              <a:spcAft>
                <a:spcPts val="9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Reading four source registers needs extra read ports or a 2-cycle read, complicating the pipeline.</a:t>
            </a:r>
          </a:p>
          <a:p>
            <a:pPr>
              <a:spcAft>
                <a:spcPts val="100"/>
              </a:spcAft>
            </a:pPr>
            <a:r>
              <a:rPr sz="2000" b="1" i="0">
                <a:solidFill>
                  <a:srgbClr val="202020"/>
                </a:solidFill>
              </a:rPr>
              <a:t>Higher hardware utilisation</a:t>
            </a:r>
          </a:p>
          <a:p>
            <a:pPr>
              <a:spcAft>
                <a:spcPts val="9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Replicating the Zkne datapath four times costs significant extra LUTs and flip-flops.</a:t>
            </a:r>
          </a:p>
          <a:p>
            <a:pPr>
              <a:spcAft>
                <a:spcPts val="100"/>
              </a:spcAft>
            </a:pPr>
            <a:r>
              <a:rPr sz="2000" b="1" i="0">
                <a:solidFill>
                  <a:srgbClr val="202020"/>
                </a:solidFill>
              </a:rPr>
              <a:t>Narrow workload applicability</a:t>
            </a:r>
          </a:p>
          <a:p>
            <a:pPr>
              <a:spcAft>
                <a:spcPts val="2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The fused op only accelerates AES; that area sits idle for any other workload.</a:t>
            </a:r>
          </a:p>
        </p:txBody>
      </p:sp>
    </p:spTree>
    <p:extLst>
      <p:ext uri="{BB962C8B-B14F-4D97-AF65-F5344CB8AC3E}">
        <p14:creationId xmlns:p14="http://schemas.microsoft.com/office/powerpoint/2010/main" val="196446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5">
            <a:extLst>
              <a:ext uri="{FF2B5EF4-FFF2-40B4-BE49-F238E27FC236}">
                <a16:creationId xmlns:a16="http://schemas.microsoft.com/office/drawing/2014/main" id="{F0AD81DD-0B80-233C-DBAF-E913CE0B8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Quote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1EAA3271-F85E-FF5B-FC10-8C62C9ABC4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719138"/>
            <a:ext cx="10752137" cy="5281612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 </a:t>
            </a:r>
            <a:r>
              <a:rPr lang="en-US">
                <a:solidFill>
                  <a:srgbClr val="FFFFFF"/>
                </a:solidFill>
              </a:rPr>
              <a:t>THANK YOU !! </a:t>
            </a:r>
          </a:p>
          <a:p>
            <a:endParaRPr lang="en-US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3AC07C59-B968-4849-218B-5A356C2AB98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146569" y="6405669"/>
            <a:ext cx="766235" cy="184666"/>
          </a:xfrm>
        </p:spPr>
        <p:txBody>
          <a:bodyPr/>
          <a:lstStyle/>
          <a:p>
            <a:fld id="{E839E319-1BF3-4271-A25C-38DAF2180812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D399DFC-B3BC-0F05-71CA-09FAF512A9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178464" y="6405669"/>
            <a:ext cx="291298" cy="184666"/>
          </a:xfrm>
        </p:spPr>
        <p:txBody>
          <a:bodyPr/>
          <a:lstStyle/>
          <a:p>
            <a:fld id="{9E843DB9-9987-4157-AB9C-CEA8D7D910BB}" type="slidenum">
              <a:rPr lang="en-GB" smtClean="0"/>
              <a:pPr/>
              <a:t>25</a:t>
            </a:fld>
            <a:endParaRPr lang="en-GB"/>
          </a:p>
        </p:txBody>
      </p:sp>
      <p:pic>
        <p:nvPicPr>
          <p:cNvPr id="7" name="Picture 6" descr="Aesthetic Happy Face Transparent PNG - 600x600 - Free Download on NicePNG">
            <a:extLst>
              <a:ext uri="{FF2B5EF4-FFF2-40B4-BE49-F238E27FC236}">
                <a16:creationId xmlns:a16="http://schemas.microsoft.com/office/drawing/2014/main" id="{FCE03D19-0D8F-5ADE-322B-13B86673F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3150032"/>
            <a:ext cx="2743199" cy="227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47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U DELFT | TEMPLATE (SLIDEBUILDER)">
  <a:themeElements>
    <a:clrScheme name="Aangepast 43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A6D6"/>
      </a:accent1>
      <a:accent2>
        <a:srgbClr val="0C2340"/>
      </a:accent2>
      <a:accent3>
        <a:srgbClr val="EF60A3"/>
      </a:accent3>
      <a:accent4>
        <a:srgbClr val="EC6842"/>
      </a:accent4>
      <a:accent5>
        <a:srgbClr val="FFB81C"/>
      </a:accent5>
      <a:accent6>
        <a:srgbClr val="6CC24A"/>
      </a:accent6>
      <a:hlink>
        <a:srgbClr val="00A6D6"/>
      </a:hlink>
      <a:folHlink>
        <a:srgbClr val="00A6D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44000" tIns="144000" rIns="144000" bIns="144000" rtlCol="0" anchor="ctr"/>
      <a:lstStyle>
        <a:defPPr algn="ctr">
          <a:lnSpc>
            <a:spcPct val="90000"/>
          </a:lnSpc>
          <a:spcBef>
            <a:spcPts val="200"/>
          </a:spcBef>
          <a:spcAft>
            <a:spcPts val="200"/>
          </a:spcAft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Bef>
            <a:spcPts val="600"/>
          </a:spcBef>
          <a:spcAft>
            <a:spcPts val="600"/>
          </a:spcAft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4F8AECC6-D329-4AE3-BCDB-373F234A7437}" vid="{B81EAC2A-555D-4936-8BF3-0B3B9DD84B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625af3c4-51f1-4017-80ca-c537fc85ab22">KTYWQER7VAYA-428015617-38</_dlc_DocId>
    <_dlc_DocIdUrl xmlns="625af3c4-51f1-4017-80ca-c537fc85ab22">
      <Url>https://tud365.sharepoint.com/sites/Assets/_layouts/15/DocIdRedir.aspx?ID=KTYWQER7VAYA-428015617-38</Url>
      <Description>KTYWQER7VAYA-428015617-38</Description>
    </_dlc_DocIdUrl>
  </documentManagement>
</p:properties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8CCD81E9B8EC4AA9F37098270FA7B2" ma:contentTypeVersion="4" ma:contentTypeDescription="Create a new document." ma:contentTypeScope="" ma:versionID="6bbf2edf66af0f3f03e807519ceb9393">
  <xsd:schema xmlns:xsd="http://www.w3.org/2001/XMLSchema" xmlns:xs="http://www.w3.org/2001/XMLSchema" xmlns:p="http://schemas.microsoft.com/office/2006/metadata/properties" xmlns:ns2="5495e808-e183-4a7a-9118-4955941b014f" xmlns:ns3="625af3c4-51f1-4017-80ca-c537fc85ab22" targetNamespace="http://schemas.microsoft.com/office/2006/metadata/properties" ma:root="true" ma:fieldsID="4c9c9b65373b7a7f52a6bb5343aaef4e" ns2:_="" ns3:_="">
    <xsd:import namespace="5495e808-e183-4a7a-9118-4955941b014f"/>
    <xsd:import namespace="625af3c4-51f1-4017-80ca-c537fc85ab2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_dlc_DocId" minOccurs="0"/>
                <xsd:element ref="ns3:_dlc_DocIdUrl" minOccurs="0"/>
                <xsd:element ref="ns3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95e808-e183-4a7a-9118-4955941b01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5af3c4-51f1-4017-80ca-c537fc85ab22" elementFormDefault="qualified">
    <xsd:import namespace="http://schemas.microsoft.com/office/2006/documentManagement/types"/>
    <xsd:import namespace="http://schemas.microsoft.com/office/infopath/2007/PartnerControls"/>
    <xsd:element name="_dlc_DocId" ma:index="12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13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4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B1BE96A-004D-462B-9683-1ED8D109FF1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C60251D-6FF0-4793-A20E-73F86C34C07D}">
  <ds:schemaRefs>
    <ds:schemaRef ds:uri="625af3c4-51f1-4017-80ca-c537fc85ab22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4E874D38-23B4-427A-9E54-F41D61416655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77E11486-FE4C-4313-9044-8BC6DF9B2B6F}">
  <ds:schemaRefs>
    <ds:schemaRef ds:uri="5495e808-e183-4a7a-9118-4955941b014f"/>
    <ds:schemaRef ds:uri="625af3c4-51f1-4017-80ca-c537fc85ab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25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TU DELFT | TEMPLATE (SLIDEBUILDER)</vt:lpstr>
      <vt:lpstr>Title slide + image</vt:lpstr>
      <vt:lpstr>Introduction </vt:lpstr>
      <vt:lpstr>Where is AES used?</vt:lpstr>
      <vt:lpstr>Advanced Encryption Standard (AES)</vt:lpstr>
      <vt:lpstr>Advanced Encryption Standard (AES)</vt:lpstr>
      <vt:lpstr>Baseline software implementation</vt:lpstr>
      <vt:lpstr>Baseline Bottlenecks </vt:lpstr>
      <vt:lpstr>How does hardware help?</vt:lpstr>
      <vt:lpstr>Performance after implementation of AES hardware support</vt:lpstr>
      <vt:lpstr>Vulnerabilities to side channel attacks</vt:lpstr>
      <vt:lpstr>Compiler Optimizations: Custom LoopUnroll Pass</vt:lpstr>
      <vt:lpstr>Compiler Optimizations: Custom LoopUnroll Pass </vt:lpstr>
      <vt:lpstr>Compiler Optimizations: Custom LoopUnroll Pass </vt:lpstr>
      <vt:lpstr>RTL Optimization: Parallel DOM S-box</vt:lpstr>
      <vt:lpstr>RTL Optimization: Parallel DOM S-box</vt:lpstr>
      <vt:lpstr>RTL Optimization: Parallel DOM S-box</vt:lpstr>
      <vt:lpstr>Validation Framework: Simulation-Based Power Analysis</vt:lpstr>
      <vt:lpstr>Validation Results: DOM Defeats the Attack</vt:lpstr>
      <vt:lpstr>Hardware Validation: CW305 Setup</vt:lpstr>
      <vt:lpstr>Hardware Validation Results: DOM defeats the attack</vt:lpstr>
      <vt:lpstr>Future Work </vt:lpstr>
      <vt:lpstr>The Super Instruction  </vt:lpstr>
      <vt:lpstr>The Super Instruction  </vt:lpstr>
      <vt:lpstr>The Super Instruction  </vt:lpstr>
      <vt:lpstr>Quote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</cp:revision>
  <dcterms:created xsi:type="dcterms:W3CDTF">2026-06-10T12:30:33Z</dcterms:created>
  <dcterms:modified xsi:type="dcterms:W3CDTF">2026-06-12T20:31:38Z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0x0101006F8CCD81E9B8EC4AA9F37098270FA7B2</vt:lpwstr>
  </property>
  <property fmtid="{D5CDD505-2E9C-101B-9397-08002B2CF9AE}" pid="3" name="_dlc_DocIdItemGuid">
    <vt:lpwstr>30cf2a91-9b42-4936-8f52-db3fc703465a</vt:lpwstr>
  </property>
</Properties>
</file>