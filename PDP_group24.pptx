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customXml/itemProps4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10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5"/>
  </p:sldMasterIdLst>
  <p:notesMasterIdLst>
    <p:notesMasterId r:id="rId28"/>
  </p:notesMasterIdLst>
  <p:sldIdLst>
    <p:sldId id="257" r:id="rId6"/>
    <p:sldId id="275" r:id="rId7"/>
    <p:sldId id="259" r:id="rId8"/>
    <p:sldId id="264" r:id="rId9"/>
    <p:sldId id="265" r:id="rId10"/>
    <p:sldId id="271" r:id="rId11"/>
    <p:sldId id="267" r:id="rId12"/>
    <p:sldId id="268" r:id="rId13"/>
    <p:sldId id="269" r:id="rId14"/>
    <p:sldId id="270" r:id="rId15"/>
    <p:sldId id="278" r:id="rId16"/>
    <p:sldId id="279" r:id="rId17"/>
    <p:sldId id="280" r:id="rId18"/>
    <p:sldId id="283" r:id="rId19"/>
    <p:sldId id="284" r:id="rId20"/>
    <p:sldId id="285" r:id="rId21"/>
    <p:sldId id="286" r:id="rId34"/>
    <p:sldId id="287" r:id="rId35"/>
    <p:sldId id="272" r:id="rId22"/>
    <p:sldId id="276" r:id="rId23"/>
    <p:sldId id="273" r:id="rId24"/>
    <p:sldId id="277" r:id="rId25"/>
    <p:sldId id="282" r:id="rId26"/>
    <p:sldId id="263" r:id="rId27"/>
  </p:sldIdLst>
  <p:sldSz cx="12192000" cy="6858000"/>
  <p:notesSz cx="6858000" cy="9144000"/>
  <p:defaultTextStyle>
    <a:defPPr>
      <a:defRPr lang="nl-N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D4ACB14-45DB-06E0-84C2-FADFF5AF1E9B}" v="146" dt="2026-06-12T09:51:51.934"/>
    <p1510:client id="{3F158E37-9E7C-3F07-C892-E5A057830573}" v="16" dt="2026-06-12T15:04:12.623"/>
    <p1510:client id="{5DDF92DD-6549-1430-4699-F0EFD5835B67}" v="1257" dt="2026-06-12T12:24:17.576"/>
    <p1510:client id="{644C6B8B-85E3-959A-10A3-09AF0DF354F2}" v="1995" dt="2026-06-12T15:03:21.076"/>
    <p1510:client id="{8A3E2741-4F58-435C-E3B9-1108157B89AB}" v="30" dt="2026-06-12T14:52:44.583"/>
    <p1510:client id="{B5003FB2-C0E1-3EB5-9241-5BA751B9FD0E}" v="2" dt="2026-06-12T12:13:49.838"/>
    <p1510:client id="{D292E6C5-8987-0959-CA3C-BDA41AA4D2BC}" v="71" dt="2026-06-12T08:08:07.252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customXml" Target="../customXml/item4.xml"/><Relationship Id="rId5" Type="http://schemas.openxmlformats.org/officeDocument/2006/relationships/slideMaster" Target="slideMasters/slide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slide" Target="slides/slide22.xml"/><Relationship Id="rId26" Type="http://schemas.openxmlformats.org/officeDocument/2006/relationships/slide" Target="slides/slide23.xml"/><Relationship Id="rId27" Type="http://schemas.openxmlformats.org/officeDocument/2006/relationships/slide" Target="slides/slide24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Relationship Id="rId33" Type="http://schemas.microsoft.com/office/2015/10/relationships/revisionInfo" Target="revisionInfo.xml"/><Relationship Id="rId34" Type="http://schemas.openxmlformats.org/officeDocument/2006/relationships/slide" Target="slides/slide17.xml"/><Relationship Id="rId35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nl-NL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B0057EB-7613-40BF-BC38-C4404E475540}" type="datetimeFigureOut">
              <a:rPr lang="nl-NL" smtClean="0"/>
              <a:t>12-6-2026</a:t>
            </a:fld>
            <a:endParaRPr lang="nl-NL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nl-NL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nl-N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F6EDA97-E338-45F8-A5E7-1CDD5AF6A9A8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6030576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Tijdelijke aanduiding voor dia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8C176B4-2F3E-4542-A88B-B482618D0CAA}" type="slidenum">
              <a:rPr lang="nl-NL" smtClean="0"/>
              <a:t>1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145392800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microsoft.com/office/2007/relationships/hdphoto" Target="../media/hdphoto1.wdp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Rechthoek 33">
            <a:extLst>
              <a:ext uri="{FF2B5EF4-FFF2-40B4-BE49-F238E27FC236}">
                <a16:creationId xmlns:a16="http://schemas.microsoft.com/office/drawing/2014/main" id="{4BA9A9DA-7F82-A455-1C60-3EE6BCAB128C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44000" rIns="144000" bIns="144000" rtlCol="0" anchor="ctr"/>
          <a:lstStyle/>
          <a:p>
            <a:pPr algn="ctr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endParaRPr lang="en-GB" sz="1600" err="1"/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B71070AA-35A3-CDB3-EFB2-1ACEEB90FBD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0" y="-461002"/>
            <a:ext cx="666849" cy="276999"/>
          </a:xfr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spAutoFit/>
          </a:bodyPr>
          <a:lstStyle>
            <a:lvl1pPr>
              <a:lnSpc>
                <a:spcPct val="100000"/>
              </a:lnSpc>
              <a:defRPr lang="nl-NL" sz="1800" b="1" cap="none" baseline="0">
                <a:solidFill>
                  <a:schemeClr val="accent1"/>
                </a:solidFill>
                <a:latin typeface="+mj-lt"/>
              </a:defRPr>
            </a:lvl1pPr>
          </a:lstStyle>
          <a:p>
            <a:pPr marL="0" lvl="0"/>
            <a:r>
              <a:rPr lang="en-GB"/>
              <a:t>Quote</a:t>
            </a:r>
          </a:p>
        </p:txBody>
      </p:sp>
      <p:sp>
        <p:nvSpPr>
          <p:cNvPr id="36" name="Rechthoek 35">
            <a:extLst>
              <a:ext uri="{FF2B5EF4-FFF2-40B4-BE49-F238E27FC236}">
                <a16:creationId xmlns:a16="http://schemas.microsoft.com/office/drawing/2014/main" id="{643AF82E-C1ED-400F-120E-32FD5E07D149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76C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44000" rIns="144000" bIns="144000" rtlCol="0" anchor="ctr"/>
          <a:lstStyle/>
          <a:p>
            <a:pPr algn="ctr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endParaRPr lang="en-GB" sz="1600" err="1"/>
          </a:p>
        </p:txBody>
      </p:sp>
      <p:sp>
        <p:nvSpPr>
          <p:cNvPr id="41" name="Vrije vorm: vorm 40">
            <a:extLst>
              <a:ext uri="{FF2B5EF4-FFF2-40B4-BE49-F238E27FC236}">
                <a16:creationId xmlns:a16="http://schemas.microsoft.com/office/drawing/2014/main" id="{D840FC76-4BFA-9D62-E866-F7E43D493289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2" y="2"/>
            <a:ext cx="12191999" cy="6857999"/>
          </a:xfrm>
          <a:custGeom>
            <a:avLst/>
            <a:gdLst>
              <a:gd name="connsiteX0" fmla="*/ 2664877 w 12191999"/>
              <a:gd name="connsiteY0" fmla="*/ 0 h 6857999"/>
              <a:gd name="connsiteX1" fmla="*/ 9662219 w 12191999"/>
              <a:gd name="connsiteY1" fmla="*/ 0 h 6857999"/>
              <a:gd name="connsiteX2" fmla="*/ 9669502 w 12191999"/>
              <a:gd name="connsiteY2" fmla="*/ 58454 h 6857999"/>
              <a:gd name="connsiteX3" fmla="*/ 12141987 w 12191999"/>
              <a:gd name="connsiteY3" fmla="*/ 2645975 h 6857999"/>
              <a:gd name="connsiteX4" fmla="*/ 12191999 w 12191999"/>
              <a:gd name="connsiteY4" fmla="*/ 2652349 h 6857999"/>
              <a:gd name="connsiteX5" fmla="*/ 12191999 w 12191999"/>
              <a:gd name="connsiteY5" fmla="*/ 6857999 h 6857999"/>
              <a:gd name="connsiteX6" fmla="*/ 7658728 w 12191999"/>
              <a:gd name="connsiteY6" fmla="*/ 6857999 h 6857999"/>
              <a:gd name="connsiteX7" fmla="*/ 7684133 w 12191999"/>
              <a:gd name="connsiteY7" fmla="*/ 6682259 h 6857999"/>
              <a:gd name="connsiteX8" fmla="*/ 7588732 w 12191999"/>
              <a:gd name="connsiteY8" fmla="*/ 5413362 h 6857999"/>
              <a:gd name="connsiteX9" fmla="*/ 6769078 w 12191999"/>
              <a:gd name="connsiteY9" fmla="*/ 6441900 h 6857999"/>
              <a:gd name="connsiteX10" fmla="*/ 6629774 w 12191999"/>
              <a:gd name="connsiteY10" fmla="*/ 6673849 h 6857999"/>
              <a:gd name="connsiteX11" fmla="*/ 6506207 w 12191999"/>
              <a:gd name="connsiteY11" fmla="*/ 6857999 h 6857999"/>
              <a:gd name="connsiteX12" fmla="*/ 0 w 12191999"/>
              <a:gd name="connsiteY12" fmla="*/ 6857999 h 6857999"/>
              <a:gd name="connsiteX13" fmla="*/ 0 w 12191999"/>
              <a:gd name="connsiteY13" fmla="*/ 4333078 h 6857999"/>
              <a:gd name="connsiteX14" fmla="*/ 146172 w 12191999"/>
              <a:gd name="connsiteY14" fmla="*/ 4092082 h 6857999"/>
              <a:gd name="connsiteX15" fmla="*/ 2642743 w 12191999"/>
              <a:gd name="connsiteY15" fmla="*/ 49565 h 6857999"/>
              <a:gd name="connsiteX16" fmla="*/ 0 w 12191999"/>
              <a:gd name="connsiteY16" fmla="*/ 0 h 6857999"/>
              <a:gd name="connsiteX17" fmla="*/ 960612 w 12191999"/>
              <a:gd name="connsiteY17" fmla="*/ 0 h 6857999"/>
              <a:gd name="connsiteX18" fmla="*/ 943428 w 12191999"/>
              <a:gd name="connsiteY18" fmla="*/ 19059 h 6857999"/>
              <a:gd name="connsiteX19" fmla="*/ 113541 w 12191999"/>
              <a:gd name="connsiteY19" fmla="*/ 831096 h 6857999"/>
              <a:gd name="connsiteX20" fmla="*/ 0 w 12191999"/>
              <a:gd name="connsiteY20" fmla="*/ 931685 h 68579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</a:cxnLst>
            <a:rect l="l" t="t" r="r" b="b"/>
            <a:pathLst>
              <a:path w="12191999" h="6857999">
                <a:moveTo>
                  <a:pt x="2664877" y="0"/>
                </a:moveTo>
                <a:lnTo>
                  <a:pt x="9662219" y="0"/>
                </a:lnTo>
                <a:lnTo>
                  <a:pt x="9669502" y="58454"/>
                </a:lnTo>
                <a:cubicBezTo>
                  <a:pt x="9916918" y="1666551"/>
                  <a:pt x="10899414" y="2453064"/>
                  <a:pt x="12141987" y="2645975"/>
                </a:cubicBezTo>
                <a:lnTo>
                  <a:pt x="12191999" y="2652349"/>
                </a:lnTo>
                <a:lnTo>
                  <a:pt x="12191999" y="6857999"/>
                </a:lnTo>
                <a:lnTo>
                  <a:pt x="7658728" y="6857999"/>
                </a:lnTo>
                <a:lnTo>
                  <a:pt x="7684133" y="6682259"/>
                </a:lnTo>
                <a:cubicBezTo>
                  <a:pt x="7761749" y="6064946"/>
                  <a:pt x="7755600" y="5464341"/>
                  <a:pt x="7588732" y="5413362"/>
                </a:cubicBezTo>
                <a:cubicBezTo>
                  <a:pt x="7340994" y="5335952"/>
                  <a:pt x="7131278" y="5762726"/>
                  <a:pt x="6769078" y="6441900"/>
                </a:cubicBezTo>
                <a:cubicBezTo>
                  <a:pt x="6725598" y="6518910"/>
                  <a:pt x="6679102" y="6596298"/>
                  <a:pt x="6629774" y="6673849"/>
                </a:cubicBezTo>
                <a:lnTo>
                  <a:pt x="6506207" y="6857999"/>
                </a:lnTo>
                <a:lnTo>
                  <a:pt x="0" y="6857999"/>
                </a:lnTo>
                <a:lnTo>
                  <a:pt x="0" y="4333078"/>
                </a:lnTo>
                <a:lnTo>
                  <a:pt x="146172" y="4092082"/>
                </a:lnTo>
                <a:cubicBezTo>
                  <a:pt x="909057" y="2863958"/>
                  <a:pt x="1936780" y="1556781"/>
                  <a:pt x="2642743" y="49565"/>
                </a:cubicBezTo>
                <a:close/>
                <a:moveTo>
                  <a:pt x="0" y="0"/>
                </a:moveTo>
                <a:lnTo>
                  <a:pt x="960612" y="0"/>
                </a:lnTo>
                <a:lnTo>
                  <a:pt x="943428" y="19059"/>
                </a:lnTo>
                <a:cubicBezTo>
                  <a:pt x="681749" y="296223"/>
                  <a:pt x="403894" y="566215"/>
                  <a:pt x="113541" y="831096"/>
                </a:cubicBezTo>
                <a:lnTo>
                  <a:pt x="0" y="931685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44000" tIns="144000" rIns="144000" bIns="144000" rtlCol="0" anchor="ctr">
            <a:noAutofit/>
          </a:bodyPr>
          <a:lstStyle/>
          <a:p>
            <a:pPr algn="ctr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endParaRPr lang="en-GB" sz="1600" err="1"/>
          </a:p>
        </p:txBody>
      </p:sp>
      <p:sp>
        <p:nvSpPr>
          <p:cNvPr id="38" name="Tijdelijke aanduiding voor tekst 3">
            <a:extLst>
              <a:ext uri="{FF2B5EF4-FFF2-40B4-BE49-F238E27FC236}">
                <a16:creationId xmlns:a16="http://schemas.microsoft.com/office/drawing/2014/main" id="{76CBEE19-19B8-54C7-B3D4-7E145D8FAA60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body" sz="quarter" idx="13" hasCustomPrompt="1"/>
          </p:nvPr>
        </p:nvSpPr>
        <p:spPr>
          <a:xfrm>
            <a:off x="719138" y="719138"/>
            <a:ext cx="10752137" cy="5281612"/>
          </a:xfrm>
        </p:spPr>
        <p:txBody>
          <a:bodyPr wrap="square" anchor="ctr" anchorCtr="0">
            <a:normAutofit/>
          </a:bodyPr>
          <a:lstStyle>
            <a:lvl1pPr marL="0" indent="0" algn="ctr">
              <a:lnSpc>
                <a:spcPts val="5200"/>
              </a:lnSpc>
              <a:spcBef>
                <a:spcPts val="0"/>
              </a:spcBef>
              <a:spcAft>
                <a:spcPts val="0"/>
              </a:spcAft>
              <a:buNone/>
              <a:defRPr sz="4800" b="0" i="0">
                <a:solidFill>
                  <a:schemeClr val="bg1"/>
                </a:solidFill>
                <a:latin typeface="+mj-lt"/>
              </a:defRPr>
            </a:lvl1pPr>
            <a:lvl2pPr marL="0" indent="0" algn="r">
              <a:buNone/>
              <a:defRPr sz="4400" b="1" i="0">
                <a:solidFill>
                  <a:schemeClr val="bg1"/>
                </a:solidFill>
                <a:latin typeface="+mj-lt"/>
              </a:defRPr>
            </a:lvl2pPr>
            <a:lvl3pPr marL="0" indent="0" algn="r">
              <a:buFont typeface="Arial" panose="020B0604020202020204" pitchFamily="34" charset="0"/>
              <a:buNone/>
              <a:defRPr sz="4400" b="1" i="0">
                <a:solidFill>
                  <a:schemeClr val="bg1"/>
                </a:solidFill>
                <a:latin typeface="+mj-lt"/>
              </a:defRPr>
            </a:lvl3pPr>
            <a:lvl4pPr marL="0" indent="0" algn="r">
              <a:buFont typeface="Arial" panose="020B0604020202020204" pitchFamily="34" charset="0"/>
              <a:buNone/>
              <a:defRPr sz="4400" b="1" i="0">
                <a:solidFill>
                  <a:schemeClr val="bg1"/>
                </a:solidFill>
                <a:latin typeface="+mj-lt"/>
              </a:defRPr>
            </a:lvl4pPr>
            <a:lvl5pPr marL="0" indent="0" algn="r">
              <a:buFont typeface="Arial" panose="020B0604020202020204" pitchFamily="34" charset="0"/>
              <a:buNone/>
              <a:defRPr sz="4400" b="1" i="0">
                <a:solidFill>
                  <a:schemeClr val="bg1"/>
                </a:solidFill>
                <a:latin typeface="+mj-lt"/>
              </a:defRPr>
            </a:lvl5pPr>
            <a:lvl6pPr marL="0" indent="0" algn="r">
              <a:buFont typeface="Arial" panose="020B0604020202020204" pitchFamily="34" charset="0"/>
              <a:buNone/>
              <a:defRPr sz="4400" b="1" i="0">
                <a:solidFill>
                  <a:schemeClr val="bg1"/>
                </a:solidFill>
                <a:latin typeface="+mj-lt"/>
              </a:defRPr>
            </a:lvl6pPr>
            <a:lvl7pPr marL="0" indent="0" algn="r">
              <a:buFont typeface="Arial" panose="020B0604020202020204" pitchFamily="34" charset="0"/>
              <a:buNone/>
              <a:defRPr sz="4400" b="1" i="0">
                <a:solidFill>
                  <a:schemeClr val="bg1"/>
                </a:solidFill>
                <a:latin typeface="+mj-lt"/>
              </a:defRPr>
            </a:lvl7pPr>
            <a:lvl8pPr marL="0" indent="0" algn="r">
              <a:buFont typeface="Arial" panose="020B0604020202020204" pitchFamily="34" charset="0"/>
              <a:buNone/>
              <a:defRPr sz="4400" b="1" i="0">
                <a:solidFill>
                  <a:schemeClr val="bg1"/>
                </a:solidFill>
                <a:latin typeface="+mj-lt"/>
              </a:defRPr>
            </a:lvl8pPr>
            <a:lvl9pPr marL="0" indent="0" algn="r">
              <a:buFont typeface="Arial" panose="020B0604020202020204" pitchFamily="34" charset="0"/>
              <a:buNone/>
              <a:defRPr sz="4400" b="1" i="0">
                <a:solidFill>
                  <a:schemeClr val="bg1"/>
                </a:solidFill>
                <a:latin typeface="+mj-lt"/>
              </a:defRPr>
            </a:lvl9pPr>
          </a:lstStyle>
          <a:p>
            <a:r>
              <a:rPr lang="en-GB" noProof="0"/>
              <a:t>Quote</a:t>
            </a:r>
          </a:p>
        </p:txBody>
      </p:sp>
      <p:grpSp>
        <p:nvGrpSpPr>
          <p:cNvPr id="25" name="Groep 24">
            <a:extLst>
              <a:ext uri="{FF2B5EF4-FFF2-40B4-BE49-F238E27FC236}">
                <a16:creationId xmlns:a16="http://schemas.microsoft.com/office/drawing/2014/main" id="{E6F410F0-D1DC-202A-E501-96449F5D92C6}"/>
              </a:ext>
            </a:extLst>
          </p:cNvPr>
          <p:cNvGrpSpPr/>
          <p:nvPr userDrawn="1"/>
        </p:nvGrpSpPr>
        <p:grpSpPr>
          <a:xfrm>
            <a:off x="721079" y="6216736"/>
            <a:ext cx="961200" cy="381600"/>
            <a:chOff x="2807303" y="2354764"/>
            <a:chExt cx="944974" cy="368527"/>
          </a:xfrm>
          <a:solidFill>
            <a:schemeClr val="bg1"/>
          </a:solidFill>
        </p:grpSpPr>
        <p:sp>
          <p:nvSpPr>
            <p:cNvPr id="26" name="Vrije vorm: vorm 25">
              <a:extLst>
                <a:ext uri="{FF2B5EF4-FFF2-40B4-BE49-F238E27FC236}">
                  <a16:creationId xmlns:a16="http://schemas.microsoft.com/office/drawing/2014/main" id="{902B7BC0-E1DE-6761-BAA2-289E1BF2AE2C}"/>
                </a:ext>
              </a:extLst>
            </p:cNvPr>
            <p:cNvSpPr/>
            <p:nvPr/>
          </p:nvSpPr>
          <p:spPr>
            <a:xfrm>
              <a:off x="2994660" y="2537173"/>
              <a:ext cx="174307" cy="186023"/>
            </a:xfrm>
            <a:custGeom>
              <a:avLst/>
              <a:gdLst>
                <a:gd name="connsiteX0" fmla="*/ 87154 w 174307"/>
                <a:gd name="connsiteY0" fmla="*/ 150686 h 186023"/>
                <a:gd name="connsiteX1" fmla="*/ 123825 w 174307"/>
                <a:gd name="connsiteY1" fmla="*/ 112776 h 186023"/>
                <a:gd name="connsiteX2" fmla="*/ 123825 w 174307"/>
                <a:gd name="connsiteY2" fmla="*/ 0 h 186023"/>
                <a:gd name="connsiteX3" fmla="*/ 174307 w 174307"/>
                <a:gd name="connsiteY3" fmla="*/ 0 h 186023"/>
                <a:gd name="connsiteX4" fmla="*/ 174307 w 174307"/>
                <a:gd name="connsiteY4" fmla="*/ 115348 h 186023"/>
                <a:gd name="connsiteX5" fmla="*/ 87154 w 174307"/>
                <a:gd name="connsiteY5" fmla="*/ 186023 h 186023"/>
                <a:gd name="connsiteX6" fmla="*/ 0 w 174307"/>
                <a:gd name="connsiteY6" fmla="*/ 115348 h 186023"/>
                <a:gd name="connsiteX7" fmla="*/ 0 w 174307"/>
                <a:gd name="connsiteY7" fmla="*/ 0 h 186023"/>
                <a:gd name="connsiteX8" fmla="*/ 50482 w 174307"/>
                <a:gd name="connsiteY8" fmla="*/ 0 h 186023"/>
                <a:gd name="connsiteX9" fmla="*/ 50482 w 174307"/>
                <a:gd name="connsiteY9" fmla="*/ 112776 h 186023"/>
                <a:gd name="connsiteX10" fmla="*/ 87154 w 174307"/>
                <a:gd name="connsiteY10" fmla="*/ 150686 h 1860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74307" h="186023">
                  <a:moveTo>
                    <a:pt x="87154" y="150686"/>
                  </a:moveTo>
                  <a:cubicBezTo>
                    <a:pt x="110871" y="150686"/>
                    <a:pt x="123825" y="134874"/>
                    <a:pt x="123825" y="112776"/>
                  </a:cubicBezTo>
                  <a:lnTo>
                    <a:pt x="123825" y="0"/>
                  </a:lnTo>
                  <a:lnTo>
                    <a:pt x="174307" y="0"/>
                  </a:lnTo>
                  <a:lnTo>
                    <a:pt x="174307" y="115348"/>
                  </a:lnTo>
                  <a:cubicBezTo>
                    <a:pt x="173831" y="166116"/>
                    <a:pt x="133159" y="186023"/>
                    <a:pt x="87154" y="186023"/>
                  </a:cubicBezTo>
                  <a:cubicBezTo>
                    <a:pt x="41148" y="186023"/>
                    <a:pt x="571" y="166116"/>
                    <a:pt x="0" y="115348"/>
                  </a:cubicBezTo>
                  <a:lnTo>
                    <a:pt x="0" y="0"/>
                  </a:lnTo>
                  <a:lnTo>
                    <a:pt x="50482" y="0"/>
                  </a:lnTo>
                  <a:lnTo>
                    <a:pt x="50482" y="112776"/>
                  </a:lnTo>
                  <a:cubicBezTo>
                    <a:pt x="50578" y="134874"/>
                    <a:pt x="63436" y="150686"/>
                    <a:pt x="87154" y="150686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7" name="Vrije vorm: vorm 26">
              <a:extLst>
                <a:ext uri="{FF2B5EF4-FFF2-40B4-BE49-F238E27FC236}">
                  <a16:creationId xmlns:a16="http://schemas.microsoft.com/office/drawing/2014/main" id="{77DB36C0-4B06-148B-B57C-74F842A70ECB}"/>
                </a:ext>
              </a:extLst>
            </p:cNvPr>
            <p:cNvSpPr/>
            <p:nvPr/>
          </p:nvSpPr>
          <p:spPr>
            <a:xfrm>
              <a:off x="2807303" y="2537173"/>
              <a:ext cx="163639" cy="182213"/>
            </a:xfrm>
            <a:custGeom>
              <a:avLst/>
              <a:gdLst>
                <a:gd name="connsiteX0" fmla="*/ 56578 w 163639"/>
                <a:gd name="connsiteY0" fmla="*/ 182213 h 182213"/>
                <a:gd name="connsiteX1" fmla="*/ 107061 w 163639"/>
                <a:gd name="connsiteY1" fmla="*/ 182213 h 182213"/>
                <a:gd name="connsiteX2" fmla="*/ 107061 w 163639"/>
                <a:gd name="connsiteY2" fmla="*/ 35338 h 182213"/>
                <a:gd name="connsiteX3" fmla="*/ 163640 w 163639"/>
                <a:gd name="connsiteY3" fmla="*/ 35338 h 182213"/>
                <a:gd name="connsiteX4" fmla="*/ 163640 w 163639"/>
                <a:gd name="connsiteY4" fmla="*/ 0 h 182213"/>
                <a:gd name="connsiteX5" fmla="*/ 0 w 163639"/>
                <a:gd name="connsiteY5" fmla="*/ 0 h 182213"/>
                <a:gd name="connsiteX6" fmla="*/ 0 w 163639"/>
                <a:gd name="connsiteY6" fmla="*/ 35338 h 182213"/>
                <a:gd name="connsiteX7" fmla="*/ 56578 w 163639"/>
                <a:gd name="connsiteY7" fmla="*/ 35338 h 1822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63639" h="182213">
                  <a:moveTo>
                    <a:pt x="56578" y="182213"/>
                  </a:moveTo>
                  <a:lnTo>
                    <a:pt x="107061" y="182213"/>
                  </a:lnTo>
                  <a:lnTo>
                    <a:pt x="107061" y="35338"/>
                  </a:lnTo>
                  <a:lnTo>
                    <a:pt x="163640" y="35338"/>
                  </a:lnTo>
                  <a:lnTo>
                    <a:pt x="163640" y="0"/>
                  </a:lnTo>
                  <a:lnTo>
                    <a:pt x="0" y="0"/>
                  </a:lnTo>
                  <a:lnTo>
                    <a:pt x="0" y="35338"/>
                  </a:lnTo>
                  <a:lnTo>
                    <a:pt x="56578" y="35338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8" name="Vrije vorm: vorm 27">
              <a:extLst>
                <a:ext uri="{FF2B5EF4-FFF2-40B4-BE49-F238E27FC236}">
                  <a16:creationId xmlns:a16="http://schemas.microsoft.com/office/drawing/2014/main" id="{44F18412-D70E-7985-05EF-0A560429034C}"/>
                </a:ext>
              </a:extLst>
            </p:cNvPr>
            <p:cNvSpPr/>
            <p:nvPr/>
          </p:nvSpPr>
          <p:spPr>
            <a:xfrm>
              <a:off x="2856490" y="2354764"/>
              <a:ext cx="172449" cy="170903"/>
            </a:xfrm>
            <a:custGeom>
              <a:avLst/>
              <a:gdLst>
                <a:gd name="connsiteX0" fmla="*/ 128740 w 172449"/>
                <a:gd name="connsiteY0" fmla="*/ 93637 h 170903"/>
                <a:gd name="connsiteX1" fmla="*/ 103785 w 172449"/>
                <a:gd name="connsiteY1" fmla="*/ 77920 h 170903"/>
                <a:gd name="connsiteX2" fmla="*/ 170936 w 172449"/>
                <a:gd name="connsiteY2" fmla="*/ 9816 h 170903"/>
                <a:gd name="connsiteX3" fmla="*/ 170460 w 172449"/>
                <a:gd name="connsiteY3" fmla="*/ 6 h 170903"/>
                <a:gd name="connsiteX4" fmla="*/ 165888 w 172449"/>
                <a:gd name="connsiteY4" fmla="*/ 6959 h 170903"/>
                <a:gd name="connsiteX5" fmla="*/ 69114 w 172449"/>
                <a:gd name="connsiteY5" fmla="*/ 45440 h 170903"/>
                <a:gd name="connsiteX6" fmla="*/ 2058 w 172449"/>
                <a:gd name="connsiteY6" fmla="*/ 146405 h 170903"/>
                <a:gd name="connsiteX7" fmla="*/ 6344 w 172449"/>
                <a:gd name="connsiteY7" fmla="*/ 159454 h 170903"/>
                <a:gd name="connsiteX8" fmla="*/ 8439 w 172449"/>
                <a:gd name="connsiteY8" fmla="*/ 146215 h 170903"/>
                <a:gd name="connsiteX9" fmla="*/ 67209 w 172449"/>
                <a:gd name="connsiteY9" fmla="*/ 73348 h 170903"/>
                <a:gd name="connsiteX10" fmla="*/ 72638 w 172449"/>
                <a:gd name="connsiteY10" fmla="*/ 68205 h 170903"/>
                <a:gd name="connsiteX11" fmla="*/ 72162 w 172449"/>
                <a:gd name="connsiteY11" fmla="*/ 73158 h 170903"/>
                <a:gd name="connsiteX12" fmla="*/ 52445 w 172449"/>
                <a:gd name="connsiteY12" fmla="*/ 120878 h 170903"/>
                <a:gd name="connsiteX13" fmla="*/ 89592 w 172449"/>
                <a:gd name="connsiteY13" fmla="*/ 113544 h 170903"/>
                <a:gd name="connsiteX14" fmla="*/ 93688 w 172449"/>
                <a:gd name="connsiteY14" fmla="*/ 108495 h 170903"/>
                <a:gd name="connsiteX15" fmla="*/ 93974 w 172449"/>
                <a:gd name="connsiteY15" fmla="*/ 116020 h 170903"/>
                <a:gd name="connsiteX16" fmla="*/ 69304 w 172449"/>
                <a:gd name="connsiteY16" fmla="*/ 162502 h 170903"/>
                <a:gd name="connsiteX17" fmla="*/ 57207 w 172449"/>
                <a:gd name="connsiteY17" fmla="*/ 170313 h 170903"/>
                <a:gd name="connsiteX18" fmla="*/ 63684 w 172449"/>
                <a:gd name="connsiteY18" fmla="*/ 170694 h 170903"/>
                <a:gd name="connsiteX19" fmla="*/ 151124 w 172449"/>
                <a:gd name="connsiteY19" fmla="*/ 85159 h 170903"/>
                <a:gd name="connsiteX20" fmla="*/ 151410 w 172449"/>
                <a:gd name="connsiteY20" fmla="*/ 79920 h 170903"/>
                <a:gd name="connsiteX21" fmla="*/ 146361 w 172449"/>
                <a:gd name="connsiteY21" fmla="*/ 82873 h 170903"/>
                <a:gd name="connsiteX22" fmla="*/ 128740 w 172449"/>
                <a:gd name="connsiteY22" fmla="*/ 93637 h 1709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172449" h="170903">
                  <a:moveTo>
                    <a:pt x="128740" y="93637"/>
                  </a:moveTo>
                  <a:cubicBezTo>
                    <a:pt x="116453" y="97542"/>
                    <a:pt x="103689" y="94399"/>
                    <a:pt x="103785" y="77920"/>
                  </a:cubicBezTo>
                  <a:cubicBezTo>
                    <a:pt x="103785" y="52774"/>
                    <a:pt x="162744" y="31724"/>
                    <a:pt x="170936" y="9816"/>
                  </a:cubicBezTo>
                  <a:cubicBezTo>
                    <a:pt x="172936" y="4387"/>
                    <a:pt x="173127" y="-185"/>
                    <a:pt x="170460" y="6"/>
                  </a:cubicBezTo>
                  <a:cubicBezTo>
                    <a:pt x="168555" y="101"/>
                    <a:pt x="170079" y="2863"/>
                    <a:pt x="165888" y="6959"/>
                  </a:cubicBezTo>
                  <a:cubicBezTo>
                    <a:pt x="141504" y="31438"/>
                    <a:pt x="100546" y="31343"/>
                    <a:pt x="69114" y="45440"/>
                  </a:cubicBezTo>
                  <a:cubicBezTo>
                    <a:pt x="48540" y="54679"/>
                    <a:pt x="-11849" y="83064"/>
                    <a:pt x="2058" y="146405"/>
                  </a:cubicBezTo>
                  <a:cubicBezTo>
                    <a:pt x="2724" y="149453"/>
                    <a:pt x="4534" y="159454"/>
                    <a:pt x="6344" y="159454"/>
                  </a:cubicBezTo>
                  <a:cubicBezTo>
                    <a:pt x="8439" y="159454"/>
                    <a:pt x="8439" y="153454"/>
                    <a:pt x="8439" y="146215"/>
                  </a:cubicBezTo>
                  <a:cubicBezTo>
                    <a:pt x="7963" y="108495"/>
                    <a:pt x="52635" y="98018"/>
                    <a:pt x="67209" y="73348"/>
                  </a:cubicBezTo>
                  <a:cubicBezTo>
                    <a:pt x="68923" y="70395"/>
                    <a:pt x="71971" y="66300"/>
                    <a:pt x="72638" y="68205"/>
                  </a:cubicBezTo>
                  <a:cubicBezTo>
                    <a:pt x="73019" y="69157"/>
                    <a:pt x="72733" y="70491"/>
                    <a:pt x="72162" y="73158"/>
                  </a:cubicBezTo>
                  <a:cubicBezTo>
                    <a:pt x="67590" y="93446"/>
                    <a:pt x="46444" y="106400"/>
                    <a:pt x="52445" y="120878"/>
                  </a:cubicBezTo>
                  <a:cubicBezTo>
                    <a:pt x="60255" y="139642"/>
                    <a:pt x="82639" y="125641"/>
                    <a:pt x="89592" y="113544"/>
                  </a:cubicBezTo>
                  <a:cubicBezTo>
                    <a:pt x="91402" y="110210"/>
                    <a:pt x="92450" y="108115"/>
                    <a:pt x="93688" y="108495"/>
                  </a:cubicBezTo>
                  <a:cubicBezTo>
                    <a:pt x="94641" y="108781"/>
                    <a:pt x="94545" y="112591"/>
                    <a:pt x="93974" y="116020"/>
                  </a:cubicBezTo>
                  <a:cubicBezTo>
                    <a:pt x="90259" y="137833"/>
                    <a:pt x="85306" y="150025"/>
                    <a:pt x="69304" y="162502"/>
                  </a:cubicBezTo>
                  <a:cubicBezTo>
                    <a:pt x="64161" y="166503"/>
                    <a:pt x="56160" y="167265"/>
                    <a:pt x="57207" y="170313"/>
                  </a:cubicBezTo>
                  <a:cubicBezTo>
                    <a:pt x="57493" y="171075"/>
                    <a:pt x="60922" y="170979"/>
                    <a:pt x="63684" y="170694"/>
                  </a:cubicBezTo>
                  <a:cubicBezTo>
                    <a:pt x="106166" y="167932"/>
                    <a:pt x="141694" y="117925"/>
                    <a:pt x="151124" y="85159"/>
                  </a:cubicBezTo>
                  <a:cubicBezTo>
                    <a:pt x="152076" y="82873"/>
                    <a:pt x="152362" y="80683"/>
                    <a:pt x="151410" y="79920"/>
                  </a:cubicBezTo>
                  <a:cubicBezTo>
                    <a:pt x="150171" y="78968"/>
                    <a:pt x="148266" y="81159"/>
                    <a:pt x="146361" y="82873"/>
                  </a:cubicBezTo>
                  <a:cubicBezTo>
                    <a:pt x="141504" y="87255"/>
                    <a:pt x="134836" y="91732"/>
                    <a:pt x="128740" y="93637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9" name="Vrije vorm: vorm 28">
              <a:extLst>
                <a:ext uri="{FF2B5EF4-FFF2-40B4-BE49-F238E27FC236}">
                  <a16:creationId xmlns:a16="http://schemas.microsoft.com/office/drawing/2014/main" id="{4CDC0AA2-CBAF-B659-0AC6-C307B4BF19D0}"/>
                </a:ext>
              </a:extLst>
            </p:cNvPr>
            <p:cNvSpPr/>
            <p:nvPr/>
          </p:nvSpPr>
          <p:spPr>
            <a:xfrm>
              <a:off x="3391376" y="2588894"/>
              <a:ext cx="114680" cy="134397"/>
            </a:xfrm>
            <a:custGeom>
              <a:avLst/>
              <a:gdLst>
                <a:gd name="connsiteX0" fmla="*/ 24955 w 114680"/>
                <a:gd name="connsiteY0" fmla="*/ 55054 h 134397"/>
                <a:gd name="connsiteX1" fmla="*/ 57055 w 114680"/>
                <a:gd name="connsiteY1" fmla="*/ 17431 h 134397"/>
                <a:gd name="connsiteX2" fmla="*/ 89344 w 114680"/>
                <a:gd name="connsiteY2" fmla="*/ 55054 h 134397"/>
                <a:gd name="connsiteX3" fmla="*/ 24955 w 114680"/>
                <a:gd name="connsiteY3" fmla="*/ 55054 h 134397"/>
                <a:gd name="connsiteX4" fmla="*/ 114681 w 114680"/>
                <a:gd name="connsiteY4" fmla="*/ 71723 h 134397"/>
                <a:gd name="connsiteX5" fmla="*/ 114681 w 114680"/>
                <a:gd name="connsiteY5" fmla="*/ 59817 h 134397"/>
                <a:gd name="connsiteX6" fmla="*/ 58864 w 114680"/>
                <a:gd name="connsiteY6" fmla="*/ 0 h 134397"/>
                <a:gd name="connsiteX7" fmla="*/ 0 w 114680"/>
                <a:gd name="connsiteY7" fmla="*/ 68199 h 134397"/>
                <a:gd name="connsiteX8" fmla="*/ 56864 w 114680"/>
                <a:gd name="connsiteY8" fmla="*/ 134398 h 134397"/>
                <a:gd name="connsiteX9" fmla="*/ 113157 w 114680"/>
                <a:gd name="connsiteY9" fmla="*/ 91250 h 134397"/>
                <a:gd name="connsiteX10" fmla="*/ 87916 w 114680"/>
                <a:gd name="connsiteY10" fmla="*/ 91250 h 134397"/>
                <a:gd name="connsiteX11" fmla="*/ 57150 w 114680"/>
                <a:gd name="connsiteY11" fmla="*/ 116967 h 134397"/>
                <a:gd name="connsiteX12" fmla="*/ 24479 w 114680"/>
                <a:gd name="connsiteY12" fmla="*/ 71818 h 134397"/>
                <a:gd name="connsiteX13" fmla="*/ 114681 w 114680"/>
                <a:gd name="connsiteY13" fmla="*/ 71818 h 1343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14680" h="134397">
                  <a:moveTo>
                    <a:pt x="24955" y="55054"/>
                  </a:moveTo>
                  <a:cubicBezTo>
                    <a:pt x="25146" y="35242"/>
                    <a:pt x="37052" y="17431"/>
                    <a:pt x="57055" y="17431"/>
                  </a:cubicBezTo>
                  <a:cubicBezTo>
                    <a:pt x="80296" y="17431"/>
                    <a:pt x="89344" y="33338"/>
                    <a:pt x="89344" y="55054"/>
                  </a:cubicBezTo>
                  <a:lnTo>
                    <a:pt x="24955" y="55054"/>
                  </a:lnTo>
                  <a:close/>
                  <a:moveTo>
                    <a:pt x="114681" y="71723"/>
                  </a:moveTo>
                  <a:lnTo>
                    <a:pt x="114681" y="59817"/>
                  </a:lnTo>
                  <a:cubicBezTo>
                    <a:pt x="114681" y="24765"/>
                    <a:pt x="94774" y="0"/>
                    <a:pt x="58864" y="0"/>
                  </a:cubicBezTo>
                  <a:cubicBezTo>
                    <a:pt x="18764" y="0"/>
                    <a:pt x="0" y="31051"/>
                    <a:pt x="0" y="68199"/>
                  </a:cubicBezTo>
                  <a:cubicBezTo>
                    <a:pt x="0" y="105537"/>
                    <a:pt x="16192" y="134398"/>
                    <a:pt x="56864" y="134398"/>
                  </a:cubicBezTo>
                  <a:cubicBezTo>
                    <a:pt x="87154" y="134398"/>
                    <a:pt x="109347" y="120015"/>
                    <a:pt x="113157" y="91250"/>
                  </a:cubicBezTo>
                  <a:lnTo>
                    <a:pt x="87916" y="91250"/>
                  </a:lnTo>
                  <a:cubicBezTo>
                    <a:pt x="85154" y="109633"/>
                    <a:pt x="75819" y="116967"/>
                    <a:pt x="57150" y="116967"/>
                  </a:cubicBezTo>
                  <a:cubicBezTo>
                    <a:pt x="32671" y="116967"/>
                    <a:pt x="24479" y="95155"/>
                    <a:pt x="24479" y="71818"/>
                  </a:cubicBezTo>
                  <a:lnTo>
                    <a:pt x="114681" y="71818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30" name="Vrije vorm: vorm 29">
              <a:extLst>
                <a:ext uri="{FF2B5EF4-FFF2-40B4-BE49-F238E27FC236}">
                  <a16:creationId xmlns:a16="http://schemas.microsoft.com/office/drawing/2014/main" id="{8B5196A6-0E92-0BA6-DAB1-3CFEF96E2966}"/>
                </a:ext>
              </a:extLst>
            </p:cNvPr>
            <p:cNvSpPr/>
            <p:nvPr/>
          </p:nvSpPr>
          <p:spPr>
            <a:xfrm>
              <a:off x="3535108" y="2537173"/>
              <a:ext cx="24003" cy="182213"/>
            </a:xfrm>
            <a:custGeom>
              <a:avLst/>
              <a:gdLst>
                <a:gd name="connsiteX0" fmla="*/ 0 w 24003"/>
                <a:gd name="connsiteY0" fmla="*/ 0 h 182213"/>
                <a:gd name="connsiteX1" fmla="*/ 24003 w 24003"/>
                <a:gd name="connsiteY1" fmla="*/ 0 h 182213"/>
                <a:gd name="connsiteX2" fmla="*/ 24003 w 24003"/>
                <a:gd name="connsiteY2" fmla="*/ 182213 h 182213"/>
                <a:gd name="connsiteX3" fmla="*/ 0 w 24003"/>
                <a:gd name="connsiteY3" fmla="*/ 182213 h 1822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4003" h="182213">
                  <a:moveTo>
                    <a:pt x="0" y="0"/>
                  </a:moveTo>
                  <a:lnTo>
                    <a:pt x="24003" y="0"/>
                  </a:lnTo>
                  <a:lnTo>
                    <a:pt x="24003" y="182213"/>
                  </a:lnTo>
                  <a:lnTo>
                    <a:pt x="0" y="182213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31" name="Vrije vorm: vorm 30">
              <a:extLst>
                <a:ext uri="{FF2B5EF4-FFF2-40B4-BE49-F238E27FC236}">
                  <a16:creationId xmlns:a16="http://schemas.microsoft.com/office/drawing/2014/main" id="{8ADC5254-E2B3-7491-C71F-7DFFE5010D54}"/>
                </a:ext>
              </a:extLst>
            </p:cNvPr>
            <p:cNvSpPr/>
            <p:nvPr/>
          </p:nvSpPr>
          <p:spPr>
            <a:xfrm>
              <a:off x="3585591" y="2533363"/>
              <a:ext cx="81533" cy="186023"/>
            </a:xfrm>
            <a:custGeom>
              <a:avLst/>
              <a:gdLst>
                <a:gd name="connsiteX0" fmla="*/ 48768 w 81533"/>
                <a:gd name="connsiteY0" fmla="*/ 186023 h 186023"/>
                <a:gd name="connsiteX1" fmla="*/ 48768 w 81533"/>
                <a:gd name="connsiteY1" fmla="*/ 76009 h 186023"/>
                <a:gd name="connsiteX2" fmla="*/ 78010 w 81533"/>
                <a:gd name="connsiteY2" fmla="*/ 76009 h 186023"/>
                <a:gd name="connsiteX3" fmla="*/ 78010 w 81533"/>
                <a:gd name="connsiteY3" fmla="*/ 59341 h 186023"/>
                <a:gd name="connsiteX4" fmla="*/ 48768 w 81533"/>
                <a:gd name="connsiteY4" fmla="*/ 59341 h 186023"/>
                <a:gd name="connsiteX5" fmla="*/ 48768 w 81533"/>
                <a:gd name="connsiteY5" fmla="*/ 38862 h 186023"/>
                <a:gd name="connsiteX6" fmla="*/ 69437 w 81533"/>
                <a:gd name="connsiteY6" fmla="*/ 21717 h 186023"/>
                <a:gd name="connsiteX7" fmla="*/ 81534 w 81533"/>
                <a:gd name="connsiteY7" fmla="*/ 22479 h 186023"/>
                <a:gd name="connsiteX8" fmla="*/ 81534 w 81533"/>
                <a:gd name="connsiteY8" fmla="*/ 2572 h 186023"/>
                <a:gd name="connsiteX9" fmla="*/ 64389 w 81533"/>
                <a:gd name="connsiteY9" fmla="*/ 0 h 186023"/>
                <a:gd name="connsiteX10" fmla="*/ 24765 w 81533"/>
                <a:gd name="connsiteY10" fmla="*/ 35624 h 186023"/>
                <a:gd name="connsiteX11" fmla="*/ 24765 w 81533"/>
                <a:gd name="connsiteY11" fmla="*/ 59341 h 186023"/>
                <a:gd name="connsiteX12" fmla="*/ 0 w 81533"/>
                <a:gd name="connsiteY12" fmla="*/ 59341 h 186023"/>
                <a:gd name="connsiteX13" fmla="*/ 0 w 81533"/>
                <a:gd name="connsiteY13" fmla="*/ 76009 h 186023"/>
                <a:gd name="connsiteX14" fmla="*/ 24765 w 81533"/>
                <a:gd name="connsiteY14" fmla="*/ 76009 h 186023"/>
                <a:gd name="connsiteX15" fmla="*/ 24765 w 81533"/>
                <a:gd name="connsiteY15" fmla="*/ 186023 h 186023"/>
                <a:gd name="connsiteX16" fmla="*/ 48768 w 81533"/>
                <a:gd name="connsiteY16" fmla="*/ 186023 h 1860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81533" h="186023">
                  <a:moveTo>
                    <a:pt x="48768" y="186023"/>
                  </a:moveTo>
                  <a:lnTo>
                    <a:pt x="48768" y="76009"/>
                  </a:lnTo>
                  <a:lnTo>
                    <a:pt x="78010" y="76009"/>
                  </a:lnTo>
                  <a:lnTo>
                    <a:pt x="78010" y="59341"/>
                  </a:lnTo>
                  <a:lnTo>
                    <a:pt x="48768" y="59341"/>
                  </a:lnTo>
                  <a:lnTo>
                    <a:pt x="48768" y="38862"/>
                  </a:lnTo>
                  <a:cubicBezTo>
                    <a:pt x="48768" y="24193"/>
                    <a:pt x="55817" y="21717"/>
                    <a:pt x="69437" y="21717"/>
                  </a:cubicBezTo>
                  <a:cubicBezTo>
                    <a:pt x="73438" y="21717"/>
                    <a:pt x="77533" y="22193"/>
                    <a:pt x="81534" y="22479"/>
                  </a:cubicBezTo>
                  <a:lnTo>
                    <a:pt x="81534" y="2572"/>
                  </a:lnTo>
                  <a:cubicBezTo>
                    <a:pt x="75914" y="1333"/>
                    <a:pt x="70199" y="0"/>
                    <a:pt x="64389" y="0"/>
                  </a:cubicBezTo>
                  <a:cubicBezTo>
                    <a:pt x="41720" y="0"/>
                    <a:pt x="24765" y="11430"/>
                    <a:pt x="24765" y="35624"/>
                  </a:cubicBezTo>
                  <a:lnTo>
                    <a:pt x="24765" y="59341"/>
                  </a:lnTo>
                  <a:lnTo>
                    <a:pt x="0" y="59341"/>
                  </a:lnTo>
                  <a:lnTo>
                    <a:pt x="0" y="76009"/>
                  </a:lnTo>
                  <a:lnTo>
                    <a:pt x="24765" y="76009"/>
                  </a:lnTo>
                  <a:lnTo>
                    <a:pt x="24765" y="186023"/>
                  </a:lnTo>
                  <a:lnTo>
                    <a:pt x="48768" y="186023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32" name="Vrije vorm: vorm 31">
              <a:extLst>
                <a:ext uri="{FF2B5EF4-FFF2-40B4-BE49-F238E27FC236}">
                  <a16:creationId xmlns:a16="http://schemas.microsoft.com/office/drawing/2014/main" id="{4DE709D1-04E9-E28E-EF96-038EF13D728E}"/>
                </a:ext>
              </a:extLst>
            </p:cNvPr>
            <p:cNvSpPr/>
            <p:nvPr/>
          </p:nvSpPr>
          <p:spPr>
            <a:xfrm>
              <a:off x="3677316" y="2558224"/>
              <a:ext cx="74961" cy="164972"/>
            </a:xfrm>
            <a:custGeom>
              <a:avLst/>
              <a:gdLst>
                <a:gd name="connsiteX0" fmla="*/ 0 w 74961"/>
                <a:gd name="connsiteY0" fmla="*/ 34480 h 164972"/>
                <a:gd name="connsiteX1" fmla="*/ 0 w 74961"/>
                <a:gd name="connsiteY1" fmla="*/ 51149 h 164972"/>
                <a:gd name="connsiteX2" fmla="*/ 21717 w 74961"/>
                <a:gd name="connsiteY2" fmla="*/ 51149 h 164972"/>
                <a:gd name="connsiteX3" fmla="*/ 21717 w 74961"/>
                <a:gd name="connsiteY3" fmla="*/ 131921 h 164972"/>
                <a:gd name="connsiteX4" fmla="*/ 57626 w 74961"/>
                <a:gd name="connsiteY4" fmla="*/ 164973 h 164972"/>
                <a:gd name="connsiteX5" fmla="*/ 74009 w 74961"/>
                <a:gd name="connsiteY5" fmla="*/ 163449 h 164972"/>
                <a:gd name="connsiteX6" fmla="*/ 74009 w 74961"/>
                <a:gd name="connsiteY6" fmla="*/ 145066 h 164972"/>
                <a:gd name="connsiteX7" fmla="*/ 61341 w 74961"/>
                <a:gd name="connsiteY7" fmla="*/ 146590 h 164972"/>
                <a:gd name="connsiteX8" fmla="*/ 45720 w 74961"/>
                <a:gd name="connsiteY8" fmla="*/ 133255 h 164972"/>
                <a:gd name="connsiteX9" fmla="*/ 45720 w 74961"/>
                <a:gd name="connsiteY9" fmla="*/ 51245 h 164972"/>
                <a:gd name="connsiteX10" fmla="*/ 74962 w 74961"/>
                <a:gd name="connsiteY10" fmla="*/ 51245 h 164972"/>
                <a:gd name="connsiteX11" fmla="*/ 74962 w 74961"/>
                <a:gd name="connsiteY11" fmla="*/ 34576 h 164972"/>
                <a:gd name="connsiteX12" fmla="*/ 45720 w 74961"/>
                <a:gd name="connsiteY12" fmla="*/ 34576 h 164972"/>
                <a:gd name="connsiteX13" fmla="*/ 45720 w 74961"/>
                <a:gd name="connsiteY13" fmla="*/ 0 h 164972"/>
                <a:gd name="connsiteX14" fmla="*/ 21717 w 74961"/>
                <a:gd name="connsiteY14" fmla="*/ 7525 h 164972"/>
                <a:gd name="connsiteX15" fmla="*/ 21717 w 74961"/>
                <a:gd name="connsiteY15" fmla="*/ 34576 h 164972"/>
                <a:gd name="connsiteX16" fmla="*/ 0 w 74961"/>
                <a:gd name="connsiteY16" fmla="*/ 34480 h 1649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74961" h="164972">
                  <a:moveTo>
                    <a:pt x="0" y="34480"/>
                  </a:moveTo>
                  <a:lnTo>
                    <a:pt x="0" y="51149"/>
                  </a:lnTo>
                  <a:lnTo>
                    <a:pt x="21717" y="51149"/>
                  </a:lnTo>
                  <a:lnTo>
                    <a:pt x="21717" y="131921"/>
                  </a:lnTo>
                  <a:cubicBezTo>
                    <a:pt x="21717" y="148780"/>
                    <a:pt x="22003" y="164973"/>
                    <a:pt x="57626" y="164973"/>
                  </a:cubicBezTo>
                  <a:cubicBezTo>
                    <a:pt x="63151" y="164973"/>
                    <a:pt x="68389" y="164497"/>
                    <a:pt x="74009" y="163449"/>
                  </a:cubicBezTo>
                  <a:lnTo>
                    <a:pt x="74009" y="145066"/>
                  </a:lnTo>
                  <a:cubicBezTo>
                    <a:pt x="70104" y="146018"/>
                    <a:pt x="65151" y="146590"/>
                    <a:pt x="61341" y="146590"/>
                  </a:cubicBezTo>
                  <a:cubicBezTo>
                    <a:pt x="52768" y="146590"/>
                    <a:pt x="45720" y="142304"/>
                    <a:pt x="45720" y="133255"/>
                  </a:cubicBezTo>
                  <a:lnTo>
                    <a:pt x="45720" y="51245"/>
                  </a:lnTo>
                  <a:lnTo>
                    <a:pt x="74962" y="51245"/>
                  </a:lnTo>
                  <a:lnTo>
                    <a:pt x="74962" y="34576"/>
                  </a:lnTo>
                  <a:lnTo>
                    <a:pt x="45720" y="34576"/>
                  </a:lnTo>
                  <a:lnTo>
                    <a:pt x="45720" y="0"/>
                  </a:lnTo>
                  <a:lnTo>
                    <a:pt x="21717" y="7525"/>
                  </a:lnTo>
                  <a:lnTo>
                    <a:pt x="21717" y="34576"/>
                  </a:lnTo>
                  <a:lnTo>
                    <a:pt x="0" y="3448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33" name="Vrije vorm: vorm 32">
              <a:extLst>
                <a:ext uri="{FF2B5EF4-FFF2-40B4-BE49-F238E27FC236}">
                  <a16:creationId xmlns:a16="http://schemas.microsoft.com/office/drawing/2014/main" id="{B23C046E-991A-48FD-E45D-368DA85614EF}"/>
                </a:ext>
              </a:extLst>
            </p:cNvPr>
            <p:cNvSpPr/>
            <p:nvPr/>
          </p:nvSpPr>
          <p:spPr>
            <a:xfrm>
              <a:off x="3219450" y="2537078"/>
              <a:ext cx="148685" cy="182308"/>
            </a:xfrm>
            <a:custGeom>
              <a:avLst/>
              <a:gdLst>
                <a:gd name="connsiteX0" fmla="*/ 0 w 148685"/>
                <a:gd name="connsiteY0" fmla="*/ 182309 h 182308"/>
                <a:gd name="connsiteX1" fmla="*/ 62579 w 148685"/>
                <a:gd name="connsiteY1" fmla="*/ 182309 h 182308"/>
                <a:gd name="connsiteX2" fmla="*/ 148685 w 148685"/>
                <a:gd name="connsiteY2" fmla="*/ 91154 h 182308"/>
                <a:gd name="connsiteX3" fmla="*/ 62579 w 148685"/>
                <a:gd name="connsiteY3" fmla="*/ 0 h 182308"/>
                <a:gd name="connsiteX4" fmla="*/ 0 w 148685"/>
                <a:gd name="connsiteY4" fmla="*/ 0 h 182308"/>
                <a:gd name="connsiteX5" fmla="*/ 0 w 148685"/>
                <a:gd name="connsiteY5" fmla="*/ 182309 h 182308"/>
                <a:gd name="connsiteX6" fmla="*/ 25241 w 148685"/>
                <a:gd name="connsiteY6" fmla="*/ 21812 h 182308"/>
                <a:gd name="connsiteX7" fmla="*/ 62579 w 148685"/>
                <a:gd name="connsiteY7" fmla="*/ 21812 h 182308"/>
                <a:gd name="connsiteX8" fmla="*/ 122206 w 148685"/>
                <a:gd name="connsiteY8" fmla="*/ 91250 h 182308"/>
                <a:gd name="connsiteX9" fmla="*/ 62579 w 148685"/>
                <a:gd name="connsiteY9" fmla="*/ 160687 h 182308"/>
                <a:gd name="connsiteX10" fmla="*/ 25241 w 148685"/>
                <a:gd name="connsiteY10" fmla="*/ 160687 h 182308"/>
                <a:gd name="connsiteX11" fmla="*/ 25241 w 148685"/>
                <a:gd name="connsiteY11" fmla="*/ 21812 h 1823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48685" h="182308">
                  <a:moveTo>
                    <a:pt x="0" y="182309"/>
                  </a:moveTo>
                  <a:lnTo>
                    <a:pt x="62579" y="182309"/>
                  </a:lnTo>
                  <a:cubicBezTo>
                    <a:pt x="140494" y="182309"/>
                    <a:pt x="148685" y="116300"/>
                    <a:pt x="148685" y="91154"/>
                  </a:cubicBezTo>
                  <a:cubicBezTo>
                    <a:pt x="148685" y="66008"/>
                    <a:pt x="140494" y="0"/>
                    <a:pt x="62579" y="0"/>
                  </a:cubicBezTo>
                  <a:lnTo>
                    <a:pt x="0" y="0"/>
                  </a:lnTo>
                  <a:lnTo>
                    <a:pt x="0" y="182309"/>
                  </a:lnTo>
                  <a:close/>
                  <a:moveTo>
                    <a:pt x="25241" y="21812"/>
                  </a:moveTo>
                  <a:lnTo>
                    <a:pt x="62579" y="21812"/>
                  </a:lnTo>
                  <a:cubicBezTo>
                    <a:pt x="104680" y="21812"/>
                    <a:pt x="122206" y="53626"/>
                    <a:pt x="122206" y="91250"/>
                  </a:cubicBezTo>
                  <a:cubicBezTo>
                    <a:pt x="122206" y="128873"/>
                    <a:pt x="104680" y="160687"/>
                    <a:pt x="62579" y="160687"/>
                  </a:cubicBezTo>
                  <a:lnTo>
                    <a:pt x="25241" y="160687"/>
                  </a:lnTo>
                  <a:lnTo>
                    <a:pt x="25241" y="21812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42" name="Tijdelijke aanduiding voor datum 41">
            <a:extLst>
              <a:ext uri="{FF2B5EF4-FFF2-40B4-BE49-F238E27FC236}">
                <a16:creationId xmlns:a16="http://schemas.microsoft.com/office/drawing/2014/main" id="{443D2E7F-A623-8993-DD43-05FEE32F8EBC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5B227193-D8F5-48A7-B0D3-6DAD1F4F8E92}" type="datetime1">
              <a:rPr lang="nl-NL" smtClean="0"/>
              <a:t>12-6-2026</a:t>
            </a:fld>
            <a:endParaRPr lang="en-GB"/>
          </a:p>
        </p:txBody>
      </p:sp>
      <p:sp>
        <p:nvSpPr>
          <p:cNvPr id="43" name="Tijdelijke aanduiding voor dianummer 42">
            <a:extLst>
              <a:ext uri="{FF2B5EF4-FFF2-40B4-BE49-F238E27FC236}">
                <a16:creationId xmlns:a16="http://schemas.microsoft.com/office/drawing/2014/main" id="{5C52521A-2ED3-C2C9-18F8-B9748BDDEE94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9E843DB9-9987-4157-AB9C-CEA8D7D910BB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1051161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ap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jdelijke aanduiding voor grafiek 17">
            <a:extLst>
              <a:ext uri="{FF2B5EF4-FFF2-40B4-BE49-F238E27FC236}">
                <a16:creationId xmlns:a16="http://schemas.microsoft.com/office/drawing/2014/main" id="{9C976D4D-6916-D2FC-E254-80706C2BEE24}"/>
              </a:ext>
            </a:extLst>
          </p:cNvPr>
          <p:cNvSpPr>
            <a:spLocks noGrp="1"/>
          </p:cNvSpPr>
          <p:nvPr>
            <p:ph type="chart" sz="quarter" idx="17" hasCustomPrompt="1"/>
          </p:nvPr>
        </p:nvSpPr>
        <p:spPr>
          <a:xfrm>
            <a:off x="718667" y="1565275"/>
            <a:ext cx="10753334" cy="4435475"/>
          </a:xfrm>
          <a:solidFill>
            <a:schemeClr val="bg1">
              <a:lumMod val="95000"/>
            </a:schemeClr>
          </a:solidFill>
        </p:spPr>
        <p:txBody>
          <a:bodyPr tIns="0" bIns="1260000" anchor="ctr" anchorCtr="0"/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i="1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r>
              <a:rPr lang="en-GB"/>
              <a:t>Click on the icon below</a:t>
            </a:r>
            <a:br>
              <a:rPr lang="en-GB"/>
            </a:br>
            <a:r>
              <a:rPr lang="en-GB"/>
              <a:t>to insert a graph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DD091338-B78F-4C9D-8081-A0FCD7101C9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GB" noProof="0"/>
              <a:t>Title goes here</a:t>
            </a:r>
          </a:p>
        </p:txBody>
      </p:sp>
      <p:sp>
        <p:nvSpPr>
          <p:cNvPr id="8" name="Rechthoek 7">
            <a:extLst>
              <a:ext uri="{FF2B5EF4-FFF2-40B4-BE49-F238E27FC236}">
                <a16:creationId xmlns:a16="http://schemas.microsoft.com/office/drawing/2014/main" id="{02FC7157-BDBD-4338-9C83-079E45D53067}"/>
              </a:ext>
            </a:extLst>
          </p:cNvPr>
          <p:cNvSpPr/>
          <p:nvPr userDrawn="1"/>
        </p:nvSpPr>
        <p:spPr>
          <a:xfrm>
            <a:off x="0" y="-441330"/>
            <a:ext cx="679673" cy="276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lvl="0"/>
            <a:r>
              <a:rPr lang="en-GB" sz="1800" b="1" cap="none" baseline="0" noProof="0">
                <a:solidFill>
                  <a:schemeClr val="accent1"/>
                </a:solidFill>
                <a:latin typeface="+mj-lt"/>
              </a:rPr>
              <a:t>Graph</a:t>
            </a:r>
          </a:p>
        </p:txBody>
      </p:sp>
      <p:sp>
        <p:nvSpPr>
          <p:cNvPr id="3" name="Tijdelijke aanduiding voor datum 2">
            <a:extLst>
              <a:ext uri="{FF2B5EF4-FFF2-40B4-BE49-F238E27FC236}">
                <a16:creationId xmlns:a16="http://schemas.microsoft.com/office/drawing/2014/main" id="{939B92A0-6A1A-48FD-9DE6-B4526A0F6820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84F67F68-8730-46D4-B97A-B14B07754ED5}" type="datetime1">
              <a:rPr lang="nl-NL" smtClean="0"/>
              <a:t>12-6-2026</a:t>
            </a:fld>
            <a:endParaRPr lang="en-GB"/>
          </a:p>
        </p:txBody>
      </p:sp>
      <p:sp>
        <p:nvSpPr>
          <p:cNvPr id="5" name="Tijdelijke aanduiding voor dianummer 4">
            <a:extLst>
              <a:ext uri="{FF2B5EF4-FFF2-40B4-BE49-F238E27FC236}">
                <a16:creationId xmlns:a16="http://schemas.microsoft.com/office/drawing/2014/main" id="{439C9CDC-BA47-4EE3-AB72-1B052FAD6FB1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9E843DB9-9987-4157-AB9C-CEA8D7D910BB}" type="slidenum">
              <a:rPr lang="en-GB" smtClean="0"/>
              <a:pPr/>
              <a:t>‹#›</a:t>
            </a:fld>
            <a:endParaRPr lang="en-GB"/>
          </a:p>
        </p:txBody>
      </p:sp>
      <p:grpSp>
        <p:nvGrpSpPr>
          <p:cNvPr id="6" name="INSTRUCTION">
            <a:extLst>
              <a:ext uri="{FF2B5EF4-FFF2-40B4-BE49-F238E27FC236}">
                <a16:creationId xmlns:a16="http://schemas.microsoft.com/office/drawing/2014/main" id="{2DB909E2-579E-7420-B285-B389C3AE3393}"/>
              </a:ext>
            </a:extLst>
          </p:cNvPr>
          <p:cNvGrpSpPr/>
          <p:nvPr userDrawn="1"/>
        </p:nvGrpSpPr>
        <p:grpSpPr>
          <a:xfrm>
            <a:off x="-3786437" y="2"/>
            <a:ext cx="3693386" cy="5715919"/>
            <a:chOff x="-3786437" y="2"/>
            <a:chExt cx="3693386" cy="5715919"/>
          </a:xfrm>
        </p:grpSpPr>
        <p:grpSp>
          <p:nvGrpSpPr>
            <p:cNvPr id="7" name="Groep 6">
              <a:extLst>
                <a:ext uri="{FF2B5EF4-FFF2-40B4-BE49-F238E27FC236}">
                  <a16:creationId xmlns:a16="http://schemas.microsoft.com/office/drawing/2014/main" id="{680CF1DF-856E-8E3E-4BBE-4805542EA914}"/>
                </a:ext>
              </a:extLst>
            </p:cNvPr>
            <p:cNvGrpSpPr/>
            <p:nvPr userDrawn="1"/>
          </p:nvGrpSpPr>
          <p:grpSpPr>
            <a:xfrm>
              <a:off x="-3786437" y="3234716"/>
              <a:ext cx="3693386" cy="2481205"/>
              <a:chOff x="-3786437" y="3234716"/>
              <a:chExt cx="3693386" cy="2481205"/>
            </a:xfrm>
          </p:grpSpPr>
          <p:sp>
            <p:nvSpPr>
              <p:cNvPr id="32" name="Rechthoek 31">
                <a:extLst>
                  <a:ext uri="{FF2B5EF4-FFF2-40B4-BE49-F238E27FC236}">
                    <a16:creationId xmlns:a16="http://schemas.microsoft.com/office/drawing/2014/main" id="{DD6DEF1C-D18F-9BF8-4FBB-393B195F8523}"/>
                  </a:ext>
                </a:extLst>
              </p:cNvPr>
              <p:cNvSpPr/>
              <p:nvPr userDrawn="1"/>
            </p:nvSpPr>
            <p:spPr>
              <a:xfrm>
                <a:off x="-3786165" y="3234716"/>
                <a:ext cx="3593091" cy="1849348"/>
              </a:xfrm>
              <a:prstGeom prst="rect">
                <a:avLst/>
              </a:prstGeom>
              <a:solidFill>
                <a:srgbClr val="FFFFFF"/>
              </a:solidFill>
              <a:ln w="6350">
                <a:solidFill>
                  <a:srgbClr val="ECECEC"/>
                </a:solidFill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80000" tIns="144000" rIns="180000" bIns="144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en-GB" sz="1400" b="1" cap="all" baseline="0" noProof="0">
                    <a:solidFill>
                      <a:schemeClr val="accent1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Edit chart data</a:t>
                </a:r>
              </a:p>
            </p:txBody>
          </p:sp>
          <p:sp>
            <p:nvSpPr>
              <p:cNvPr id="33" name="Ovaal 32">
                <a:extLst>
                  <a:ext uri="{FF2B5EF4-FFF2-40B4-BE49-F238E27FC236}">
                    <a16:creationId xmlns:a16="http://schemas.microsoft.com/office/drawing/2014/main" id="{C2AA5349-4667-F1BB-8749-61754D67B08A}"/>
                  </a:ext>
                </a:extLst>
              </p:cNvPr>
              <p:cNvSpPr/>
              <p:nvPr userDrawn="1"/>
            </p:nvSpPr>
            <p:spPr>
              <a:xfrm>
                <a:off x="-3603587" y="3699314"/>
                <a:ext cx="180000" cy="180000"/>
              </a:xfrm>
              <a:prstGeom prst="ellipse">
                <a:avLst/>
              </a:prstGeom>
              <a:solidFill>
                <a:schemeClr val="accent1"/>
              </a:solidFill>
              <a:ln w="25400" cap="flat" cmpd="sng" algn="ctr">
                <a:noFill/>
                <a:prstDash val="solid"/>
              </a:ln>
              <a:effectLst/>
            </p:spPr>
            <p:txBody>
              <a:bodyPr wrap="none" lIns="0" tIns="0" rIns="0" bIns="0" rtlCol="0" anchor="ctr">
                <a:noAutofit/>
              </a:bodyPr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1000" b="1" i="0" u="none" strike="noStrike" kern="0" cap="none" spc="0" normalizeH="0" baseline="0" noProof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Calibri" panose="020F0502020204030204" pitchFamily="34" charset="0"/>
                    <a:cs typeface="Calibri" panose="020F0502020204030204" pitchFamily="34" charset="0"/>
                  </a:rPr>
                  <a:t>1</a:t>
                </a:r>
              </a:p>
            </p:txBody>
          </p:sp>
          <p:sp>
            <p:nvSpPr>
              <p:cNvPr id="34" name="Rechthoek 33">
                <a:extLst>
                  <a:ext uri="{FF2B5EF4-FFF2-40B4-BE49-F238E27FC236}">
                    <a16:creationId xmlns:a16="http://schemas.microsoft.com/office/drawing/2014/main" id="{948A4516-EE53-9ED0-1F2F-7410A66E5832}"/>
                  </a:ext>
                </a:extLst>
              </p:cNvPr>
              <p:cNvSpPr/>
              <p:nvPr userDrawn="1"/>
            </p:nvSpPr>
            <p:spPr>
              <a:xfrm>
                <a:off x="-3319415" y="3699315"/>
                <a:ext cx="2944682" cy="327689"/>
              </a:xfrm>
              <a:prstGeom prst="rect">
                <a:avLst/>
              </a:prstGeom>
              <a:noFill/>
              <a:ln w="25400" cap="flat" cmpd="sng" algn="ctr">
                <a:noFill/>
                <a:prstDash val="solid"/>
              </a:ln>
              <a:effectLst/>
            </p:spPr>
            <p:txBody>
              <a:bodyPr lIns="0" tIns="0" rIns="0" bIns="0" rtlCol="0" anchor="t">
                <a:noAutofit/>
              </a:bodyPr>
              <a:lstStyle/>
              <a:p>
                <a:pPr marL="0" marR="0" lvl="0" indent="0" defTabSz="914400" eaLnBrk="1" fontAlgn="auto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12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alibri" panose="020F0502020204030204" pitchFamily="34" charset="0"/>
                    <a:cs typeface="Calibri" panose="020F0502020204030204" pitchFamily="34" charset="0"/>
                  </a:rPr>
                  <a:t>Click with the right mouse button on the chart</a:t>
                </a:r>
                <a:br>
                  <a:rPr kumimoji="0" lang="en-GB" sz="12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alibri" panose="020F0502020204030204" pitchFamily="34" charset="0"/>
                    <a:cs typeface="Calibri" panose="020F0502020204030204" pitchFamily="34" charset="0"/>
                  </a:rPr>
                </a:br>
                <a:r>
                  <a:rPr kumimoji="0" lang="en-GB" sz="12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alibri" panose="020F0502020204030204" pitchFamily="34" charset="0"/>
                    <a:cs typeface="Calibri" panose="020F0502020204030204" pitchFamily="34" charset="0"/>
                  </a:rPr>
                  <a:t>and choose </a:t>
                </a:r>
                <a:r>
                  <a:rPr kumimoji="0" lang="en-GB" sz="1200" b="1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alibri" panose="020F0502020204030204" pitchFamily="34" charset="0"/>
                    <a:cs typeface="Calibri" panose="020F0502020204030204" pitchFamily="34" charset="0"/>
                  </a:rPr>
                  <a:t>‘Edit data’</a:t>
                </a:r>
                <a:r>
                  <a:rPr kumimoji="0" lang="en-GB" sz="12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alibri" panose="020F0502020204030204" pitchFamily="34" charset="0"/>
                    <a:cs typeface="Calibri" panose="020F0502020204030204" pitchFamily="34" charset="0"/>
                  </a:rPr>
                  <a:t>.</a:t>
                </a:r>
              </a:p>
            </p:txBody>
          </p:sp>
          <p:grpSp>
            <p:nvGrpSpPr>
              <p:cNvPr id="35" name="Groep 34">
                <a:extLst>
                  <a:ext uri="{FF2B5EF4-FFF2-40B4-BE49-F238E27FC236}">
                    <a16:creationId xmlns:a16="http://schemas.microsoft.com/office/drawing/2014/main" id="{883D4637-4338-DD25-45CB-22329D8FF6A1}"/>
                  </a:ext>
                </a:extLst>
              </p:cNvPr>
              <p:cNvGrpSpPr/>
              <p:nvPr userDrawn="1"/>
            </p:nvGrpSpPr>
            <p:grpSpPr>
              <a:xfrm>
                <a:off x="-3314821" y="4139107"/>
                <a:ext cx="1495189" cy="563933"/>
                <a:chOff x="-3314821" y="3310415"/>
                <a:chExt cx="1495189" cy="563933"/>
              </a:xfrm>
            </p:grpSpPr>
            <p:sp>
              <p:nvSpPr>
                <p:cNvPr id="46" name="Rechthoek 45">
                  <a:extLst>
                    <a:ext uri="{FF2B5EF4-FFF2-40B4-BE49-F238E27FC236}">
                      <a16:creationId xmlns:a16="http://schemas.microsoft.com/office/drawing/2014/main" id="{F34B3B2A-C80C-D662-35DD-C7972D581181}"/>
                    </a:ext>
                  </a:extLst>
                </p:cNvPr>
                <p:cNvSpPr/>
                <p:nvPr userDrawn="1"/>
              </p:nvSpPr>
              <p:spPr>
                <a:xfrm>
                  <a:off x="-3314821" y="3310415"/>
                  <a:ext cx="1403797" cy="504851"/>
                </a:xfrm>
                <a:prstGeom prst="rect">
                  <a:avLst/>
                </a:prstGeom>
                <a:solidFill>
                  <a:srgbClr val="FFFFFF"/>
                </a:solidFill>
                <a:ln w="12700">
                  <a:solidFill>
                    <a:srgbClr val="D1D1D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10800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l">
                    <a:lnSpc>
                      <a:spcPct val="90000"/>
                    </a:lnSpc>
                    <a:spcBef>
                      <a:spcPts val="600"/>
                    </a:spcBef>
                    <a:spcAft>
                      <a:spcPts val="600"/>
                    </a:spcAft>
                  </a:pPr>
                  <a:endParaRPr lang="en-GB" sz="800" b="0" noProof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endParaRPr>
                </a:p>
              </p:txBody>
            </p:sp>
            <p:sp>
              <p:nvSpPr>
                <p:cNvPr id="47" name="Rechthoek 46">
                  <a:extLst>
                    <a:ext uri="{FF2B5EF4-FFF2-40B4-BE49-F238E27FC236}">
                      <a16:creationId xmlns:a16="http://schemas.microsoft.com/office/drawing/2014/main" id="{A6E43491-EF0F-05B7-1F05-BBFDA2A92B8E}"/>
                    </a:ext>
                  </a:extLst>
                </p:cNvPr>
                <p:cNvSpPr/>
                <p:nvPr userDrawn="1"/>
              </p:nvSpPr>
              <p:spPr>
                <a:xfrm>
                  <a:off x="-3304719" y="3564140"/>
                  <a:ext cx="1387813" cy="246608"/>
                </a:xfrm>
                <a:prstGeom prst="rect">
                  <a:avLst/>
                </a:prstGeom>
                <a:solidFill>
                  <a:srgbClr val="FCE4DC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l"/>
                  <a:endParaRPr lang="en-GB" sz="1000" b="1" noProof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endParaRPr>
                </a:p>
              </p:txBody>
            </p:sp>
            <p:sp>
              <p:nvSpPr>
                <p:cNvPr id="48" name="Tekstvak 47">
                  <a:extLst>
                    <a:ext uri="{FF2B5EF4-FFF2-40B4-BE49-F238E27FC236}">
                      <a16:creationId xmlns:a16="http://schemas.microsoft.com/office/drawing/2014/main" id="{1C7EA8EB-CD33-9439-E202-16194D92EE85}"/>
                    </a:ext>
                  </a:extLst>
                </p:cNvPr>
                <p:cNvSpPr txBox="1"/>
                <p:nvPr userDrawn="1"/>
              </p:nvSpPr>
              <p:spPr>
                <a:xfrm>
                  <a:off x="-3122115" y="3369117"/>
                  <a:ext cx="1258624" cy="137495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noAutofit/>
                </a:bodyPr>
                <a:lstStyle/>
                <a:p>
                  <a:pPr marL="0" algn="l" defTabSz="1217512" rtl="0" eaLnBrk="1" latinLnBrk="0" hangingPunct="1">
                    <a:lnSpc>
                      <a:spcPct val="90000"/>
                    </a:lnSpc>
                    <a:spcBef>
                      <a:spcPts val="600"/>
                    </a:spcBef>
                    <a:spcAft>
                      <a:spcPts val="600"/>
                    </a:spcAft>
                  </a:pPr>
                  <a:r>
                    <a:rPr lang="en-GB" sz="900" b="0" kern="1200" noProof="0">
                      <a:solidFill>
                        <a:srgbClr val="211F26"/>
                      </a:solidFill>
                      <a:latin typeface="Calibri" panose="020F0502020204030204" pitchFamily="34" charset="0"/>
                      <a:ea typeface="+mn-ea"/>
                      <a:cs typeface="Calibri" panose="020F0502020204030204" pitchFamily="34" charset="0"/>
                    </a:rPr>
                    <a:t>Change chart type</a:t>
                  </a:r>
                </a:p>
              </p:txBody>
            </p:sp>
            <p:sp>
              <p:nvSpPr>
                <p:cNvPr id="49" name="Tekstvak 48">
                  <a:extLst>
                    <a:ext uri="{FF2B5EF4-FFF2-40B4-BE49-F238E27FC236}">
                      <a16:creationId xmlns:a16="http://schemas.microsoft.com/office/drawing/2014/main" id="{5FFEB4FB-F37F-B1A5-2DA9-2399B6B6511A}"/>
                    </a:ext>
                  </a:extLst>
                </p:cNvPr>
                <p:cNvSpPr txBox="1"/>
                <p:nvPr userDrawn="1"/>
              </p:nvSpPr>
              <p:spPr>
                <a:xfrm>
                  <a:off x="-3115840" y="3624236"/>
                  <a:ext cx="1296208" cy="126416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noAutofit/>
                </a:bodyPr>
                <a:lstStyle/>
                <a:p>
                  <a:pPr marL="0" algn="l" defTabSz="1217512" rtl="0" eaLnBrk="1" latinLnBrk="0" hangingPunct="1">
                    <a:lnSpc>
                      <a:spcPct val="90000"/>
                    </a:lnSpc>
                    <a:spcBef>
                      <a:spcPts val="600"/>
                    </a:spcBef>
                    <a:spcAft>
                      <a:spcPts val="600"/>
                    </a:spcAft>
                  </a:pPr>
                  <a:r>
                    <a:rPr lang="en-GB" sz="900" b="0" kern="1200" noProof="0">
                      <a:solidFill>
                        <a:srgbClr val="211F26"/>
                      </a:solidFill>
                      <a:latin typeface="Calibri" panose="020F0502020204030204" pitchFamily="34" charset="0"/>
                      <a:ea typeface="+mn-ea"/>
                      <a:cs typeface="Calibri" panose="020F0502020204030204" pitchFamily="34" charset="0"/>
                    </a:rPr>
                    <a:t>Edit data</a:t>
                  </a:r>
                </a:p>
              </p:txBody>
            </p:sp>
            <p:sp>
              <p:nvSpPr>
                <p:cNvPr id="50" name="Vrije vorm: vorm 49">
                  <a:extLst>
                    <a:ext uri="{FF2B5EF4-FFF2-40B4-BE49-F238E27FC236}">
                      <a16:creationId xmlns:a16="http://schemas.microsoft.com/office/drawing/2014/main" id="{BBF461B4-9C4B-F5F3-DFDB-1B00E3910BA7}"/>
                    </a:ext>
                  </a:extLst>
                </p:cNvPr>
                <p:cNvSpPr/>
                <p:nvPr userDrawn="1"/>
              </p:nvSpPr>
              <p:spPr>
                <a:xfrm>
                  <a:off x="-1959834" y="3694348"/>
                  <a:ext cx="97562" cy="180000"/>
                </a:xfrm>
                <a:custGeom>
                  <a:avLst/>
                  <a:gdLst>
                    <a:gd name="connsiteX0" fmla="*/ 0 w 880280"/>
                    <a:gd name="connsiteY0" fmla="*/ 0 h 1624084"/>
                    <a:gd name="connsiteX1" fmla="*/ 0 w 880280"/>
                    <a:gd name="connsiteY1" fmla="*/ 1262418 h 1624084"/>
                    <a:gd name="connsiteX2" fmla="*/ 341194 w 880280"/>
                    <a:gd name="connsiteY2" fmla="*/ 968991 h 1624084"/>
                    <a:gd name="connsiteX3" fmla="*/ 620973 w 880280"/>
                    <a:gd name="connsiteY3" fmla="*/ 1624084 h 1624084"/>
                    <a:gd name="connsiteX4" fmla="*/ 839337 w 880280"/>
                    <a:gd name="connsiteY4" fmla="*/ 1480782 h 1624084"/>
                    <a:gd name="connsiteX5" fmla="*/ 525438 w 880280"/>
                    <a:gd name="connsiteY5" fmla="*/ 928048 h 1624084"/>
                    <a:gd name="connsiteX6" fmla="*/ 511791 w 880280"/>
                    <a:gd name="connsiteY6" fmla="*/ 900753 h 1624084"/>
                    <a:gd name="connsiteX7" fmla="*/ 880280 w 880280"/>
                    <a:gd name="connsiteY7" fmla="*/ 893929 h 1624084"/>
                    <a:gd name="connsiteX8" fmla="*/ 0 w 880280"/>
                    <a:gd name="connsiteY8" fmla="*/ 0 h 1624084"/>
                    <a:gd name="connsiteX0" fmla="*/ 0 w 880280"/>
                    <a:gd name="connsiteY0" fmla="*/ 0 h 1624084"/>
                    <a:gd name="connsiteX1" fmla="*/ 0 w 880280"/>
                    <a:gd name="connsiteY1" fmla="*/ 1262418 h 1624084"/>
                    <a:gd name="connsiteX2" fmla="*/ 327546 w 880280"/>
                    <a:gd name="connsiteY2" fmla="*/ 975815 h 1624084"/>
                    <a:gd name="connsiteX3" fmla="*/ 620973 w 880280"/>
                    <a:gd name="connsiteY3" fmla="*/ 1624084 h 1624084"/>
                    <a:gd name="connsiteX4" fmla="*/ 839337 w 880280"/>
                    <a:gd name="connsiteY4" fmla="*/ 1480782 h 1624084"/>
                    <a:gd name="connsiteX5" fmla="*/ 525438 w 880280"/>
                    <a:gd name="connsiteY5" fmla="*/ 928048 h 1624084"/>
                    <a:gd name="connsiteX6" fmla="*/ 511791 w 880280"/>
                    <a:gd name="connsiteY6" fmla="*/ 900753 h 1624084"/>
                    <a:gd name="connsiteX7" fmla="*/ 880280 w 880280"/>
                    <a:gd name="connsiteY7" fmla="*/ 893929 h 1624084"/>
                    <a:gd name="connsiteX8" fmla="*/ 0 w 880280"/>
                    <a:gd name="connsiteY8" fmla="*/ 0 h 1624084"/>
                    <a:gd name="connsiteX0" fmla="*/ 0 w 880280"/>
                    <a:gd name="connsiteY0" fmla="*/ 0 h 1624084"/>
                    <a:gd name="connsiteX1" fmla="*/ 0 w 880280"/>
                    <a:gd name="connsiteY1" fmla="*/ 1262418 h 1624084"/>
                    <a:gd name="connsiteX2" fmla="*/ 300250 w 880280"/>
                    <a:gd name="connsiteY2" fmla="*/ 1003111 h 1624084"/>
                    <a:gd name="connsiteX3" fmla="*/ 620973 w 880280"/>
                    <a:gd name="connsiteY3" fmla="*/ 1624084 h 1624084"/>
                    <a:gd name="connsiteX4" fmla="*/ 839337 w 880280"/>
                    <a:gd name="connsiteY4" fmla="*/ 1480782 h 1624084"/>
                    <a:gd name="connsiteX5" fmla="*/ 525438 w 880280"/>
                    <a:gd name="connsiteY5" fmla="*/ 928048 h 1624084"/>
                    <a:gd name="connsiteX6" fmla="*/ 511791 w 880280"/>
                    <a:gd name="connsiteY6" fmla="*/ 900753 h 1624084"/>
                    <a:gd name="connsiteX7" fmla="*/ 880280 w 880280"/>
                    <a:gd name="connsiteY7" fmla="*/ 893929 h 1624084"/>
                    <a:gd name="connsiteX8" fmla="*/ 0 w 880280"/>
                    <a:gd name="connsiteY8" fmla="*/ 0 h 1624084"/>
                    <a:gd name="connsiteX0" fmla="*/ 0 w 880280"/>
                    <a:gd name="connsiteY0" fmla="*/ 0 h 1624084"/>
                    <a:gd name="connsiteX1" fmla="*/ 0 w 880280"/>
                    <a:gd name="connsiteY1" fmla="*/ 1262418 h 1624084"/>
                    <a:gd name="connsiteX2" fmla="*/ 313898 w 880280"/>
                    <a:gd name="connsiteY2" fmla="*/ 996287 h 1624084"/>
                    <a:gd name="connsiteX3" fmla="*/ 620973 w 880280"/>
                    <a:gd name="connsiteY3" fmla="*/ 1624084 h 1624084"/>
                    <a:gd name="connsiteX4" fmla="*/ 839337 w 880280"/>
                    <a:gd name="connsiteY4" fmla="*/ 1480782 h 1624084"/>
                    <a:gd name="connsiteX5" fmla="*/ 525438 w 880280"/>
                    <a:gd name="connsiteY5" fmla="*/ 928048 h 1624084"/>
                    <a:gd name="connsiteX6" fmla="*/ 511791 w 880280"/>
                    <a:gd name="connsiteY6" fmla="*/ 900753 h 1624084"/>
                    <a:gd name="connsiteX7" fmla="*/ 880280 w 880280"/>
                    <a:gd name="connsiteY7" fmla="*/ 893929 h 1624084"/>
                    <a:gd name="connsiteX8" fmla="*/ 0 w 880280"/>
                    <a:gd name="connsiteY8" fmla="*/ 0 h 1624084"/>
                    <a:gd name="connsiteX0" fmla="*/ 0 w 880280"/>
                    <a:gd name="connsiteY0" fmla="*/ 0 h 1624084"/>
                    <a:gd name="connsiteX1" fmla="*/ 0 w 880280"/>
                    <a:gd name="connsiteY1" fmla="*/ 1262418 h 1624084"/>
                    <a:gd name="connsiteX2" fmla="*/ 313898 w 880280"/>
                    <a:gd name="connsiteY2" fmla="*/ 996287 h 1624084"/>
                    <a:gd name="connsiteX3" fmla="*/ 620973 w 880280"/>
                    <a:gd name="connsiteY3" fmla="*/ 1624084 h 1624084"/>
                    <a:gd name="connsiteX4" fmla="*/ 839337 w 880280"/>
                    <a:gd name="connsiteY4" fmla="*/ 1480782 h 1624084"/>
                    <a:gd name="connsiteX5" fmla="*/ 511791 w 880280"/>
                    <a:gd name="connsiteY5" fmla="*/ 900753 h 1624084"/>
                    <a:gd name="connsiteX6" fmla="*/ 880280 w 880280"/>
                    <a:gd name="connsiteY6" fmla="*/ 893929 h 1624084"/>
                    <a:gd name="connsiteX7" fmla="*/ 0 w 880280"/>
                    <a:gd name="connsiteY7" fmla="*/ 0 h 1624084"/>
                    <a:gd name="connsiteX0" fmla="*/ 0 w 880280"/>
                    <a:gd name="connsiteY0" fmla="*/ 0 h 1624084"/>
                    <a:gd name="connsiteX1" fmla="*/ 0 w 880280"/>
                    <a:gd name="connsiteY1" fmla="*/ 1262418 h 1624084"/>
                    <a:gd name="connsiteX2" fmla="*/ 313898 w 880280"/>
                    <a:gd name="connsiteY2" fmla="*/ 996287 h 1624084"/>
                    <a:gd name="connsiteX3" fmla="*/ 620973 w 880280"/>
                    <a:gd name="connsiteY3" fmla="*/ 1624084 h 1624084"/>
                    <a:gd name="connsiteX4" fmla="*/ 839337 w 880280"/>
                    <a:gd name="connsiteY4" fmla="*/ 1480782 h 1624084"/>
                    <a:gd name="connsiteX5" fmla="*/ 498144 w 880280"/>
                    <a:gd name="connsiteY5" fmla="*/ 900753 h 1624084"/>
                    <a:gd name="connsiteX6" fmla="*/ 880280 w 880280"/>
                    <a:gd name="connsiteY6" fmla="*/ 893929 h 1624084"/>
                    <a:gd name="connsiteX7" fmla="*/ 0 w 880280"/>
                    <a:gd name="connsiteY7" fmla="*/ 0 h 16240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</a:cxnLst>
                  <a:rect l="l" t="t" r="r" b="b"/>
                  <a:pathLst>
                    <a:path w="880280" h="1624084">
                      <a:moveTo>
                        <a:pt x="0" y="0"/>
                      </a:moveTo>
                      <a:lnTo>
                        <a:pt x="0" y="1262418"/>
                      </a:lnTo>
                      <a:lnTo>
                        <a:pt x="313898" y="996287"/>
                      </a:lnTo>
                      <a:lnTo>
                        <a:pt x="620973" y="1624084"/>
                      </a:lnTo>
                      <a:lnTo>
                        <a:pt x="839337" y="1480782"/>
                      </a:lnTo>
                      <a:lnTo>
                        <a:pt x="498144" y="900753"/>
                      </a:lnTo>
                      <a:lnTo>
                        <a:pt x="880280" y="893929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chemeClr val="bg1"/>
                </a:solidFill>
                <a:ln>
                  <a:solidFill>
                    <a:srgbClr val="000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180000" tIns="180000" rIns="180000" bIns="180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>
                    <a:lnSpc>
                      <a:spcPct val="90000"/>
                    </a:lnSpc>
                    <a:spcBef>
                      <a:spcPts val="600"/>
                    </a:spcBef>
                    <a:spcAft>
                      <a:spcPts val="600"/>
                    </a:spcAft>
                  </a:pPr>
                  <a:endParaRPr lang="en-GB" sz="1600" cap="all" baseline="0" noProof="0">
                    <a:latin typeface="Calibri" panose="020F0502020204030204" pitchFamily="34" charset="0"/>
                    <a:cs typeface="Calibri" panose="020F0502020204030204" pitchFamily="34" charset="0"/>
                  </a:endParaRPr>
                </a:p>
              </p:txBody>
            </p:sp>
            <p:grpSp>
              <p:nvGrpSpPr>
                <p:cNvPr id="51" name="Groep 50">
                  <a:extLst>
                    <a:ext uri="{FF2B5EF4-FFF2-40B4-BE49-F238E27FC236}">
                      <a16:creationId xmlns:a16="http://schemas.microsoft.com/office/drawing/2014/main" id="{5296A3EF-5B20-BA91-1AF3-24FB56ED49C0}"/>
                    </a:ext>
                  </a:extLst>
                </p:cNvPr>
                <p:cNvGrpSpPr/>
                <p:nvPr userDrawn="1"/>
              </p:nvGrpSpPr>
              <p:grpSpPr>
                <a:xfrm>
                  <a:off x="-3261976" y="3361742"/>
                  <a:ext cx="139861" cy="152244"/>
                  <a:chOff x="12574450" y="6053892"/>
                  <a:chExt cx="169232" cy="184215"/>
                </a:xfrm>
              </p:grpSpPr>
              <p:sp>
                <p:nvSpPr>
                  <p:cNvPr id="71" name="Rechthoek 70">
                    <a:extLst>
                      <a:ext uri="{FF2B5EF4-FFF2-40B4-BE49-F238E27FC236}">
                        <a16:creationId xmlns:a16="http://schemas.microsoft.com/office/drawing/2014/main" id="{A6E02C25-B3CC-B095-2619-965D32127199}"/>
                      </a:ext>
                    </a:extLst>
                  </p:cNvPr>
                  <p:cNvSpPr/>
                  <p:nvPr userDrawn="1"/>
                </p:nvSpPr>
                <p:spPr>
                  <a:xfrm>
                    <a:off x="12574450" y="6111529"/>
                    <a:ext cx="46293" cy="126577"/>
                  </a:xfrm>
                  <a:prstGeom prst="rect">
                    <a:avLst/>
                  </a:prstGeom>
                  <a:solidFill>
                    <a:srgbClr val="4D82B8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 sz="2000" noProof="0">
                      <a:solidFill>
                        <a:srgbClr val="211F26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endParaRPr>
                  </a:p>
                </p:txBody>
              </p:sp>
              <p:sp>
                <p:nvSpPr>
                  <p:cNvPr id="72" name="Rechthoek 71">
                    <a:extLst>
                      <a:ext uri="{FF2B5EF4-FFF2-40B4-BE49-F238E27FC236}">
                        <a16:creationId xmlns:a16="http://schemas.microsoft.com/office/drawing/2014/main" id="{7F79493F-F589-8CB2-EC65-2CD9EBAF1861}"/>
                      </a:ext>
                    </a:extLst>
                  </p:cNvPr>
                  <p:cNvSpPr/>
                  <p:nvPr userDrawn="1"/>
                </p:nvSpPr>
                <p:spPr>
                  <a:xfrm>
                    <a:off x="12635427" y="6053892"/>
                    <a:ext cx="46293" cy="184215"/>
                  </a:xfrm>
                  <a:prstGeom prst="rect">
                    <a:avLst/>
                  </a:prstGeom>
                  <a:solidFill>
                    <a:srgbClr val="EDC87E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 sz="2000" noProof="0">
                      <a:solidFill>
                        <a:srgbClr val="211F26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endParaRPr>
                  </a:p>
                </p:txBody>
              </p:sp>
              <p:sp>
                <p:nvSpPr>
                  <p:cNvPr id="73" name="Rechthoek 72">
                    <a:extLst>
                      <a:ext uri="{FF2B5EF4-FFF2-40B4-BE49-F238E27FC236}">
                        <a16:creationId xmlns:a16="http://schemas.microsoft.com/office/drawing/2014/main" id="{B761E95E-2BC3-DF23-E772-5C701D5EB87C}"/>
                      </a:ext>
                    </a:extLst>
                  </p:cNvPr>
                  <p:cNvSpPr/>
                  <p:nvPr userDrawn="1"/>
                </p:nvSpPr>
                <p:spPr>
                  <a:xfrm>
                    <a:off x="12697389" y="6094907"/>
                    <a:ext cx="46293" cy="143200"/>
                  </a:xfrm>
                  <a:prstGeom prst="rect">
                    <a:avLst/>
                  </a:prstGeom>
                  <a:solidFill>
                    <a:srgbClr val="808080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 sz="2000" noProof="0">
                      <a:solidFill>
                        <a:srgbClr val="211F26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endParaRPr>
                  </a:p>
                </p:txBody>
              </p:sp>
            </p:grpSp>
            <p:grpSp>
              <p:nvGrpSpPr>
                <p:cNvPr id="52" name="Groep 51">
                  <a:extLst>
                    <a:ext uri="{FF2B5EF4-FFF2-40B4-BE49-F238E27FC236}">
                      <a16:creationId xmlns:a16="http://schemas.microsoft.com/office/drawing/2014/main" id="{B31C3B2F-C551-7FFA-1994-50DFD9C355E4}"/>
                    </a:ext>
                  </a:extLst>
                </p:cNvPr>
                <p:cNvGrpSpPr/>
                <p:nvPr userDrawn="1"/>
              </p:nvGrpSpPr>
              <p:grpSpPr>
                <a:xfrm>
                  <a:off x="-3261070" y="3635199"/>
                  <a:ext cx="168905" cy="104490"/>
                  <a:chOff x="-3261070" y="3620931"/>
                  <a:chExt cx="193920" cy="119965"/>
                </a:xfrm>
              </p:grpSpPr>
              <p:sp>
                <p:nvSpPr>
                  <p:cNvPr id="53" name="Rechthoek 52">
                    <a:extLst>
                      <a:ext uri="{FF2B5EF4-FFF2-40B4-BE49-F238E27FC236}">
                        <a16:creationId xmlns:a16="http://schemas.microsoft.com/office/drawing/2014/main" id="{B196AFE8-BAF3-9B20-F55E-555D3E6D633B}"/>
                      </a:ext>
                    </a:extLst>
                  </p:cNvPr>
                  <p:cNvSpPr/>
                  <p:nvPr userDrawn="1"/>
                </p:nvSpPr>
                <p:spPr>
                  <a:xfrm>
                    <a:off x="-3261070" y="3643881"/>
                    <a:ext cx="142985" cy="95206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 sz="2400" noProof="0">
                      <a:solidFill>
                        <a:srgbClr val="211F26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endParaRPr>
                  </a:p>
                </p:txBody>
              </p:sp>
              <p:grpSp>
                <p:nvGrpSpPr>
                  <p:cNvPr id="54" name="Groep 53">
                    <a:extLst>
                      <a:ext uri="{FF2B5EF4-FFF2-40B4-BE49-F238E27FC236}">
                        <a16:creationId xmlns:a16="http://schemas.microsoft.com/office/drawing/2014/main" id="{029ED99F-086B-DFC1-BD59-96A3BB73A1E7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-3261070" y="3622063"/>
                    <a:ext cx="141113" cy="117345"/>
                    <a:chOff x="1094874" y="-878306"/>
                    <a:chExt cx="867364" cy="613611"/>
                  </a:xfrm>
                </p:grpSpPr>
                <p:cxnSp>
                  <p:nvCxnSpPr>
                    <p:cNvPr id="64" name="Rechte verbindingslijn 63">
                      <a:extLst>
                        <a:ext uri="{FF2B5EF4-FFF2-40B4-BE49-F238E27FC236}">
                          <a16:creationId xmlns:a16="http://schemas.microsoft.com/office/drawing/2014/main" id="{AE2D43E5-34C5-B533-FDC8-9875789C0F92}"/>
                        </a:ext>
                      </a:extLst>
                    </p:cNvPr>
                    <p:cNvCxnSpPr>
                      <a:cxnSpLocks/>
                    </p:cNvCxnSpPr>
                    <p:nvPr userDrawn="1"/>
                  </p:nvCxnSpPr>
                  <p:spPr>
                    <a:xfrm>
                      <a:off x="1094874" y="-878305"/>
                      <a:ext cx="0" cy="613610"/>
                    </a:xfrm>
                    <a:prstGeom prst="line">
                      <a:avLst/>
                    </a:prstGeom>
                    <a:ln>
                      <a:solidFill>
                        <a:srgbClr val="81818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65" name="Rechte verbindingslijn 64">
                      <a:extLst>
                        <a:ext uri="{FF2B5EF4-FFF2-40B4-BE49-F238E27FC236}">
                          <a16:creationId xmlns:a16="http://schemas.microsoft.com/office/drawing/2014/main" id="{EB5E7D2D-A2F7-31C9-7733-8B6DF553AE2B}"/>
                        </a:ext>
                      </a:extLst>
                    </p:cNvPr>
                    <p:cNvCxnSpPr>
                      <a:cxnSpLocks/>
                    </p:cNvCxnSpPr>
                    <p:nvPr userDrawn="1"/>
                  </p:nvCxnSpPr>
                  <p:spPr>
                    <a:xfrm>
                      <a:off x="1962238" y="-878306"/>
                      <a:ext cx="0" cy="613611"/>
                    </a:xfrm>
                    <a:prstGeom prst="line">
                      <a:avLst/>
                    </a:prstGeom>
                    <a:ln>
                      <a:solidFill>
                        <a:srgbClr val="81818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grpSp>
                  <p:nvGrpSpPr>
                    <p:cNvPr id="66" name="Groep 65">
                      <a:extLst>
                        <a:ext uri="{FF2B5EF4-FFF2-40B4-BE49-F238E27FC236}">
                          <a16:creationId xmlns:a16="http://schemas.microsoft.com/office/drawing/2014/main" id="{F724BAD9-4B97-5FC3-2704-C1465C3B41AC}"/>
                        </a:ext>
                      </a:extLst>
                    </p:cNvPr>
                    <p:cNvGrpSpPr/>
                    <p:nvPr userDrawn="1"/>
                  </p:nvGrpSpPr>
                  <p:grpSpPr>
                    <a:xfrm>
                      <a:off x="1270535" y="-878306"/>
                      <a:ext cx="526983" cy="613611"/>
                      <a:chOff x="1270535" y="-745959"/>
                      <a:chExt cx="526983" cy="481264"/>
                    </a:xfrm>
                  </p:grpSpPr>
                  <p:cxnSp>
                    <p:nvCxnSpPr>
                      <p:cNvPr id="67" name="Rechte verbindingslijn 66">
                        <a:extLst>
                          <a:ext uri="{FF2B5EF4-FFF2-40B4-BE49-F238E27FC236}">
                            <a16:creationId xmlns:a16="http://schemas.microsoft.com/office/drawing/2014/main" id="{4831ED37-35C9-37E3-6163-578A1EAE9E28}"/>
                          </a:ext>
                        </a:extLst>
                      </p:cNvPr>
                      <p:cNvCxnSpPr>
                        <a:cxnSpLocks/>
                      </p:cNvCxnSpPr>
                      <p:nvPr userDrawn="1"/>
                    </p:nvCxnSpPr>
                    <p:spPr>
                      <a:xfrm>
                        <a:off x="1446196" y="-745959"/>
                        <a:ext cx="0" cy="481264"/>
                      </a:xfrm>
                      <a:prstGeom prst="line">
                        <a:avLst/>
                      </a:prstGeom>
                      <a:ln w="3175">
                        <a:solidFill>
                          <a:srgbClr val="81818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68" name="Rechte verbindingslijn 67">
                        <a:extLst>
                          <a:ext uri="{FF2B5EF4-FFF2-40B4-BE49-F238E27FC236}">
                            <a16:creationId xmlns:a16="http://schemas.microsoft.com/office/drawing/2014/main" id="{DFF104EF-9AA2-18D8-729B-EEE5927A7638}"/>
                          </a:ext>
                        </a:extLst>
                      </p:cNvPr>
                      <p:cNvCxnSpPr>
                        <a:cxnSpLocks/>
                      </p:cNvCxnSpPr>
                      <p:nvPr userDrawn="1"/>
                    </p:nvCxnSpPr>
                    <p:spPr>
                      <a:xfrm>
                        <a:off x="1270535" y="-745959"/>
                        <a:ext cx="0" cy="481264"/>
                      </a:xfrm>
                      <a:prstGeom prst="line">
                        <a:avLst/>
                      </a:prstGeom>
                      <a:ln w="3175">
                        <a:solidFill>
                          <a:srgbClr val="81818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69" name="Rechte verbindingslijn 68">
                        <a:extLst>
                          <a:ext uri="{FF2B5EF4-FFF2-40B4-BE49-F238E27FC236}">
                            <a16:creationId xmlns:a16="http://schemas.microsoft.com/office/drawing/2014/main" id="{8EA6A74D-9ED8-19D6-A2B9-FEAA889D13C5}"/>
                          </a:ext>
                        </a:extLst>
                      </p:cNvPr>
                      <p:cNvCxnSpPr>
                        <a:cxnSpLocks/>
                      </p:cNvCxnSpPr>
                      <p:nvPr userDrawn="1"/>
                    </p:nvCxnSpPr>
                    <p:spPr>
                      <a:xfrm>
                        <a:off x="1621857" y="-745959"/>
                        <a:ext cx="0" cy="481264"/>
                      </a:xfrm>
                      <a:prstGeom prst="line">
                        <a:avLst/>
                      </a:prstGeom>
                      <a:ln w="3175">
                        <a:solidFill>
                          <a:srgbClr val="81818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70" name="Rechte verbindingslijn 69">
                        <a:extLst>
                          <a:ext uri="{FF2B5EF4-FFF2-40B4-BE49-F238E27FC236}">
                            <a16:creationId xmlns:a16="http://schemas.microsoft.com/office/drawing/2014/main" id="{698B3A79-C1F7-5F71-D5A9-0CC83C8D0E0B}"/>
                          </a:ext>
                        </a:extLst>
                      </p:cNvPr>
                      <p:cNvCxnSpPr>
                        <a:cxnSpLocks/>
                      </p:cNvCxnSpPr>
                      <p:nvPr userDrawn="1"/>
                    </p:nvCxnSpPr>
                    <p:spPr>
                      <a:xfrm>
                        <a:off x="1797518" y="-745959"/>
                        <a:ext cx="0" cy="481264"/>
                      </a:xfrm>
                      <a:prstGeom prst="line">
                        <a:avLst/>
                      </a:prstGeom>
                      <a:ln w="3175">
                        <a:solidFill>
                          <a:srgbClr val="81818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</p:grpSp>
              </p:grpSp>
              <p:cxnSp>
                <p:nvCxnSpPr>
                  <p:cNvPr id="55" name="Rechte verbindingslijn 54">
                    <a:extLst>
                      <a:ext uri="{FF2B5EF4-FFF2-40B4-BE49-F238E27FC236}">
                        <a16:creationId xmlns:a16="http://schemas.microsoft.com/office/drawing/2014/main" id="{4EE3CE9F-13AA-FBBD-B74F-E690C0F07154}"/>
                      </a:ext>
                    </a:extLst>
                  </p:cNvPr>
                  <p:cNvCxnSpPr>
                    <a:cxnSpLocks/>
                  </p:cNvCxnSpPr>
                  <p:nvPr userDrawn="1"/>
                </p:nvCxnSpPr>
                <p:spPr>
                  <a:xfrm flipH="1">
                    <a:off x="-3260471" y="3739408"/>
                    <a:ext cx="143329" cy="0"/>
                  </a:xfrm>
                  <a:prstGeom prst="line">
                    <a:avLst/>
                  </a:prstGeom>
                  <a:ln w="6350">
                    <a:solidFill>
                      <a:srgbClr val="81818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6" name="Rechte verbindingslijn 55">
                    <a:extLst>
                      <a:ext uri="{FF2B5EF4-FFF2-40B4-BE49-F238E27FC236}">
                        <a16:creationId xmlns:a16="http://schemas.microsoft.com/office/drawing/2014/main" id="{E7AC75CB-1385-0081-A6EE-476D3A8C91EF}"/>
                      </a:ext>
                    </a:extLst>
                  </p:cNvPr>
                  <p:cNvCxnSpPr>
                    <a:cxnSpLocks/>
                  </p:cNvCxnSpPr>
                  <p:nvPr userDrawn="1"/>
                </p:nvCxnSpPr>
                <p:spPr>
                  <a:xfrm flipH="1">
                    <a:off x="-3261070" y="3713352"/>
                    <a:ext cx="142893" cy="0"/>
                  </a:xfrm>
                  <a:prstGeom prst="line">
                    <a:avLst/>
                  </a:prstGeom>
                  <a:ln w="3175">
                    <a:solidFill>
                      <a:srgbClr val="81818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7" name="Rechte verbindingslijn 56">
                    <a:extLst>
                      <a:ext uri="{FF2B5EF4-FFF2-40B4-BE49-F238E27FC236}">
                        <a16:creationId xmlns:a16="http://schemas.microsoft.com/office/drawing/2014/main" id="{8EDB2AF1-01E4-84B6-E591-7C60D6C0B41B}"/>
                      </a:ext>
                    </a:extLst>
                  </p:cNvPr>
                  <p:cNvCxnSpPr>
                    <a:cxnSpLocks/>
                  </p:cNvCxnSpPr>
                  <p:nvPr userDrawn="1"/>
                </p:nvCxnSpPr>
                <p:spPr>
                  <a:xfrm flipH="1">
                    <a:off x="-3261070" y="3689677"/>
                    <a:ext cx="142893" cy="0"/>
                  </a:xfrm>
                  <a:prstGeom prst="line">
                    <a:avLst/>
                  </a:prstGeom>
                  <a:ln w="3175">
                    <a:solidFill>
                      <a:srgbClr val="81818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8" name="Rechte verbindingslijn 57">
                    <a:extLst>
                      <a:ext uri="{FF2B5EF4-FFF2-40B4-BE49-F238E27FC236}">
                        <a16:creationId xmlns:a16="http://schemas.microsoft.com/office/drawing/2014/main" id="{2BE38BFD-CF15-99BD-52D7-BAE4792A6D36}"/>
                      </a:ext>
                    </a:extLst>
                  </p:cNvPr>
                  <p:cNvCxnSpPr>
                    <a:cxnSpLocks/>
                  </p:cNvCxnSpPr>
                  <p:nvPr userDrawn="1"/>
                </p:nvCxnSpPr>
                <p:spPr>
                  <a:xfrm flipH="1">
                    <a:off x="-3261070" y="3663621"/>
                    <a:ext cx="142893" cy="0"/>
                  </a:xfrm>
                  <a:prstGeom prst="line">
                    <a:avLst/>
                  </a:prstGeom>
                  <a:ln w="3175">
                    <a:solidFill>
                      <a:srgbClr val="81818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59" name="Rechthoek 58">
                    <a:extLst>
                      <a:ext uri="{FF2B5EF4-FFF2-40B4-BE49-F238E27FC236}">
                        <a16:creationId xmlns:a16="http://schemas.microsoft.com/office/drawing/2014/main" id="{E7C7006E-DA51-74A5-5437-0982DDE60B10}"/>
                      </a:ext>
                    </a:extLst>
                  </p:cNvPr>
                  <p:cNvSpPr/>
                  <p:nvPr userDrawn="1"/>
                </p:nvSpPr>
                <p:spPr>
                  <a:xfrm>
                    <a:off x="-3261070" y="3620931"/>
                    <a:ext cx="142893" cy="24910"/>
                  </a:xfrm>
                  <a:prstGeom prst="rect">
                    <a:avLst/>
                  </a:prstGeom>
                  <a:solidFill>
                    <a:srgbClr val="81818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 sz="2400" noProof="0">
                      <a:solidFill>
                        <a:srgbClr val="211F26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endParaRPr>
                  </a:p>
                </p:txBody>
              </p:sp>
              <p:grpSp>
                <p:nvGrpSpPr>
                  <p:cNvPr id="60" name="Groep 59">
                    <a:extLst>
                      <a:ext uri="{FF2B5EF4-FFF2-40B4-BE49-F238E27FC236}">
                        <a16:creationId xmlns:a16="http://schemas.microsoft.com/office/drawing/2014/main" id="{69B4CA6F-3C30-C9D4-6CDE-69D4FFD5462F}"/>
                      </a:ext>
                    </a:extLst>
                  </p:cNvPr>
                  <p:cNvGrpSpPr/>
                  <p:nvPr userDrawn="1"/>
                </p:nvGrpSpPr>
                <p:grpSpPr>
                  <a:xfrm rot="2700000">
                    <a:off x="-3158000" y="3650045"/>
                    <a:ext cx="34350" cy="147351"/>
                    <a:chOff x="3148392" y="-836646"/>
                    <a:chExt cx="132124" cy="596095"/>
                  </a:xfrm>
                  <a:solidFill>
                    <a:srgbClr val="3399FF"/>
                  </a:solidFill>
                </p:grpSpPr>
                <p:sp>
                  <p:nvSpPr>
                    <p:cNvPr id="61" name="Rechthoek 60">
                      <a:extLst>
                        <a:ext uri="{FF2B5EF4-FFF2-40B4-BE49-F238E27FC236}">
                          <a16:creationId xmlns:a16="http://schemas.microsoft.com/office/drawing/2014/main" id="{7587ED83-F8C0-317C-74C0-4C453F74C910}"/>
                        </a:ext>
                      </a:extLst>
                    </p:cNvPr>
                    <p:cNvSpPr/>
                    <p:nvPr userDrawn="1"/>
                  </p:nvSpPr>
                  <p:spPr>
                    <a:xfrm>
                      <a:off x="3148632" y="-725510"/>
                      <a:ext cx="131884" cy="281356"/>
                    </a:xfrm>
                    <a:prstGeom prst="rect">
                      <a:avLst/>
                    </a:prstGeom>
                    <a:solidFill>
                      <a:srgbClr val="4D82B8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GB" sz="2400" noProof="0">
                        <a:solidFill>
                          <a:srgbClr val="211F26"/>
                        </a:solidFill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62" name="Rechthoek: afgeronde bovenhoeken 61">
                      <a:extLst>
                        <a:ext uri="{FF2B5EF4-FFF2-40B4-BE49-F238E27FC236}">
                          <a16:creationId xmlns:a16="http://schemas.microsoft.com/office/drawing/2014/main" id="{3E5E5670-9461-25A0-4574-183B2CD0C150}"/>
                        </a:ext>
                      </a:extLst>
                    </p:cNvPr>
                    <p:cNvSpPr/>
                    <p:nvPr userDrawn="1"/>
                  </p:nvSpPr>
                  <p:spPr>
                    <a:xfrm>
                      <a:off x="3148556" y="-836646"/>
                      <a:ext cx="131882" cy="87614"/>
                    </a:xfrm>
                    <a:prstGeom prst="round2SameRect">
                      <a:avLst>
                        <a:gd name="adj1" fmla="val 50000"/>
                        <a:gd name="adj2" fmla="val 0"/>
                      </a:avLst>
                    </a:prstGeom>
                    <a:solidFill>
                      <a:srgbClr val="4D82B8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GB" sz="2400" noProof="0">
                        <a:solidFill>
                          <a:srgbClr val="211F26"/>
                        </a:solidFill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63" name="Gelijkbenige driehoek 62">
                      <a:extLst>
                        <a:ext uri="{FF2B5EF4-FFF2-40B4-BE49-F238E27FC236}">
                          <a16:creationId xmlns:a16="http://schemas.microsoft.com/office/drawing/2014/main" id="{3576B5E2-335E-BDC1-D94D-3AF8C0870FD0}"/>
                        </a:ext>
                      </a:extLst>
                    </p:cNvPr>
                    <p:cNvSpPr/>
                    <p:nvPr userDrawn="1"/>
                  </p:nvSpPr>
                  <p:spPr>
                    <a:xfrm rot="10800000">
                      <a:off x="3148392" y="-420304"/>
                      <a:ext cx="131887" cy="179753"/>
                    </a:xfrm>
                    <a:prstGeom prst="triangle">
                      <a:avLst/>
                    </a:prstGeom>
                    <a:solidFill>
                      <a:srgbClr val="4D82B8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GB" sz="2400" noProof="0">
                        <a:solidFill>
                          <a:srgbClr val="211F26"/>
                        </a:solidFill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p:txBody>
                </p:sp>
              </p:grpSp>
            </p:grpSp>
          </p:grpSp>
          <p:sp>
            <p:nvSpPr>
              <p:cNvPr id="36" name="Rechthoek 35">
                <a:extLst>
                  <a:ext uri="{FF2B5EF4-FFF2-40B4-BE49-F238E27FC236}">
                    <a16:creationId xmlns:a16="http://schemas.microsoft.com/office/drawing/2014/main" id="{4FD77C49-F4D1-428A-AC10-EB0884CD9787}"/>
                  </a:ext>
                </a:extLst>
              </p:cNvPr>
              <p:cNvSpPr/>
              <p:nvPr userDrawn="1"/>
            </p:nvSpPr>
            <p:spPr>
              <a:xfrm>
                <a:off x="-3786437" y="4887921"/>
                <a:ext cx="3593637" cy="828000"/>
              </a:xfrm>
              <a:prstGeom prst="rect">
                <a:avLst/>
              </a:prstGeom>
              <a:solidFill>
                <a:srgbClr val="ECECEC"/>
              </a:solidFill>
              <a:ln w="6350">
                <a:solidFill>
                  <a:srgbClr val="ECECEC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80000" tIns="144000" rIns="180000" bIns="144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en-GB" sz="1200" b="1" cap="all" baseline="0" noProof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Want to know more?</a:t>
                </a:r>
                <a:br>
                  <a:rPr lang="en-GB" sz="1200" b="1" cap="all" baseline="0" noProof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</a:br>
                <a:r>
                  <a:rPr lang="en-GB" sz="1200" cap="none" baseline="0" noProof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Go to the </a:t>
                </a:r>
                <a:r>
                  <a:rPr lang="en-GB" sz="1200" kern="1200" cap="none" baseline="0" noProof="0">
                    <a:solidFill>
                      <a:srgbClr val="211F26"/>
                    </a:solidFill>
                    <a:latin typeface="Calibri" panose="020F0502020204030204" pitchFamily="34" charset="0"/>
                    <a:ea typeface="+mn-ea"/>
                    <a:cs typeface="Calibri" panose="020F0502020204030204" pitchFamily="34" charset="0"/>
                  </a:rPr>
                  <a:t>tab</a:t>
                </a:r>
                <a:r>
                  <a:rPr lang="en-GB" sz="1200" b="1" cap="all" baseline="0" noProof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 'SLIDEBUILDER’ </a:t>
                </a:r>
                <a:r>
                  <a:rPr lang="en-GB" sz="1200" kern="1200" cap="none" baseline="0" noProof="0">
                    <a:solidFill>
                      <a:srgbClr val="211F26"/>
                    </a:solidFill>
                    <a:latin typeface="Calibri" panose="020F0502020204030204" pitchFamily="34" charset="0"/>
                    <a:ea typeface="+mn-ea"/>
                    <a:cs typeface="Calibri" panose="020F0502020204030204" pitchFamily="34" charset="0"/>
                  </a:rPr>
                  <a:t>and click</a:t>
                </a:r>
                <a:br>
                  <a:rPr lang="en-GB" sz="1200" kern="1200" cap="none" baseline="0" noProof="0">
                    <a:solidFill>
                      <a:srgbClr val="211F26"/>
                    </a:solidFill>
                    <a:latin typeface="Calibri" panose="020F0502020204030204" pitchFamily="34" charset="0"/>
                    <a:ea typeface="+mn-ea"/>
                    <a:cs typeface="Calibri" panose="020F0502020204030204" pitchFamily="34" charset="0"/>
                  </a:rPr>
                </a:br>
                <a:r>
                  <a:rPr lang="en-GB" sz="1200" kern="1200" cap="none" baseline="0" noProof="0">
                    <a:solidFill>
                      <a:srgbClr val="211F26"/>
                    </a:solidFill>
                    <a:latin typeface="Calibri" panose="020F0502020204030204" pitchFamily="34" charset="0"/>
                    <a:ea typeface="+mn-ea"/>
                    <a:cs typeface="Calibri" panose="020F0502020204030204" pitchFamily="34" charset="0"/>
                  </a:rPr>
                  <a:t>on the button </a:t>
                </a:r>
                <a:r>
                  <a:rPr lang="en-GB" sz="1200" b="1" cap="all" baseline="0" noProof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‘Inspiration'</a:t>
                </a:r>
              </a:p>
            </p:txBody>
          </p:sp>
          <p:grpSp>
            <p:nvGrpSpPr>
              <p:cNvPr id="37" name="ICOON_info">
                <a:extLst>
                  <a:ext uri="{FF2B5EF4-FFF2-40B4-BE49-F238E27FC236}">
                    <a16:creationId xmlns:a16="http://schemas.microsoft.com/office/drawing/2014/main" id="{CFCB81CF-43E1-DC89-ED74-18FE0A4DC5E0}"/>
                  </a:ext>
                </a:extLst>
              </p:cNvPr>
              <p:cNvGrpSpPr/>
              <p:nvPr userDrawn="1"/>
            </p:nvGrpSpPr>
            <p:grpSpPr>
              <a:xfrm>
                <a:off x="-376736" y="4751903"/>
                <a:ext cx="283685" cy="283685"/>
                <a:chOff x="-510741" y="5913713"/>
                <a:chExt cx="267555" cy="267555"/>
              </a:xfrm>
            </p:grpSpPr>
            <p:sp>
              <p:nvSpPr>
                <p:cNvPr id="44" name="Ovaal 43">
                  <a:extLst>
                    <a:ext uri="{FF2B5EF4-FFF2-40B4-BE49-F238E27FC236}">
                      <a16:creationId xmlns:a16="http://schemas.microsoft.com/office/drawing/2014/main" id="{30A42F84-B94C-26E6-D041-B44B25B0672F}"/>
                    </a:ext>
                  </a:extLst>
                </p:cNvPr>
                <p:cNvSpPr/>
                <p:nvPr userDrawn="1"/>
              </p:nvSpPr>
              <p:spPr>
                <a:xfrm>
                  <a:off x="-491853" y="5932072"/>
                  <a:ext cx="230835" cy="230835"/>
                </a:xfrm>
                <a:prstGeom prst="ellipse">
                  <a:avLst/>
                </a:prstGeom>
                <a:solidFill>
                  <a:srgbClr val="211F26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180000" tIns="180000" rIns="180000" bIns="180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>
                    <a:lnSpc>
                      <a:spcPct val="90000"/>
                    </a:lnSpc>
                    <a:spcBef>
                      <a:spcPts val="600"/>
                    </a:spcBef>
                    <a:spcAft>
                      <a:spcPts val="600"/>
                    </a:spcAft>
                  </a:pPr>
                  <a:endParaRPr lang="en-GB" sz="1600" cap="all" baseline="0" noProof="0">
                    <a:latin typeface="Calibri" panose="020F0502020204030204" pitchFamily="34" charset="0"/>
                    <a:cs typeface="Calibri" panose="020F0502020204030204" pitchFamily="34" charset="0"/>
                  </a:endParaRPr>
                </a:p>
              </p:txBody>
            </p:sp>
            <p:sp>
              <p:nvSpPr>
                <p:cNvPr id="45" name="Graphic 163" descr="Informatie">
                  <a:extLst>
                    <a:ext uri="{FF2B5EF4-FFF2-40B4-BE49-F238E27FC236}">
                      <a16:creationId xmlns:a16="http://schemas.microsoft.com/office/drawing/2014/main" id="{83D8FACC-EE78-E1C6-AE43-00CAFA0E03A1}"/>
                    </a:ext>
                  </a:extLst>
                </p:cNvPr>
                <p:cNvSpPr/>
                <p:nvPr/>
              </p:nvSpPr>
              <p:spPr>
                <a:xfrm>
                  <a:off x="-510741" y="5913713"/>
                  <a:ext cx="267555" cy="267555"/>
                </a:xfrm>
                <a:custGeom>
                  <a:avLst/>
                  <a:gdLst>
                    <a:gd name="connsiteX0" fmla="*/ 145860 w 291719"/>
                    <a:gd name="connsiteY0" fmla="*/ 0 h 291719"/>
                    <a:gd name="connsiteX1" fmla="*/ 0 w 291719"/>
                    <a:gd name="connsiteY1" fmla="*/ 145860 h 291719"/>
                    <a:gd name="connsiteX2" fmla="*/ 145860 w 291719"/>
                    <a:gd name="connsiteY2" fmla="*/ 291720 h 291719"/>
                    <a:gd name="connsiteX3" fmla="*/ 291720 w 291719"/>
                    <a:gd name="connsiteY3" fmla="*/ 145860 h 291719"/>
                    <a:gd name="connsiteX4" fmla="*/ 145860 w 291719"/>
                    <a:gd name="connsiteY4" fmla="*/ 0 h 291719"/>
                    <a:gd name="connsiteX5" fmla="*/ 138183 w 291719"/>
                    <a:gd name="connsiteY5" fmla="*/ 38384 h 291719"/>
                    <a:gd name="connsiteX6" fmla="*/ 157375 w 291719"/>
                    <a:gd name="connsiteY6" fmla="*/ 57576 h 291719"/>
                    <a:gd name="connsiteX7" fmla="*/ 138183 w 291719"/>
                    <a:gd name="connsiteY7" fmla="*/ 76768 h 291719"/>
                    <a:gd name="connsiteX8" fmla="*/ 118991 w 291719"/>
                    <a:gd name="connsiteY8" fmla="*/ 57576 h 291719"/>
                    <a:gd name="connsiteX9" fmla="*/ 138183 w 291719"/>
                    <a:gd name="connsiteY9" fmla="*/ 38384 h 291719"/>
                    <a:gd name="connsiteX10" fmla="*/ 184244 w 291719"/>
                    <a:gd name="connsiteY10" fmla="*/ 253336 h 291719"/>
                    <a:gd name="connsiteX11" fmla="*/ 107476 w 291719"/>
                    <a:gd name="connsiteY11" fmla="*/ 253336 h 291719"/>
                    <a:gd name="connsiteX12" fmla="*/ 107476 w 291719"/>
                    <a:gd name="connsiteY12" fmla="*/ 230305 h 291719"/>
                    <a:gd name="connsiteX13" fmla="*/ 134345 w 291719"/>
                    <a:gd name="connsiteY13" fmla="*/ 230305 h 291719"/>
                    <a:gd name="connsiteX14" fmla="*/ 134345 w 291719"/>
                    <a:gd name="connsiteY14" fmla="*/ 115153 h 291719"/>
                    <a:gd name="connsiteX15" fmla="*/ 111314 w 291719"/>
                    <a:gd name="connsiteY15" fmla="*/ 115153 h 291719"/>
                    <a:gd name="connsiteX16" fmla="*/ 111314 w 291719"/>
                    <a:gd name="connsiteY16" fmla="*/ 92122 h 291719"/>
                    <a:gd name="connsiteX17" fmla="*/ 157375 w 291719"/>
                    <a:gd name="connsiteY17" fmla="*/ 92122 h 291719"/>
                    <a:gd name="connsiteX18" fmla="*/ 157375 w 291719"/>
                    <a:gd name="connsiteY18" fmla="*/ 115153 h 291719"/>
                    <a:gd name="connsiteX19" fmla="*/ 157375 w 291719"/>
                    <a:gd name="connsiteY19" fmla="*/ 230305 h 291719"/>
                    <a:gd name="connsiteX20" fmla="*/ 184244 w 291719"/>
                    <a:gd name="connsiteY20" fmla="*/ 230305 h 291719"/>
                    <a:gd name="connsiteX21" fmla="*/ 184244 w 291719"/>
                    <a:gd name="connsiteY21" fmla="*/ 253336 h 29171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</a:cxnLst>
                  <a:rect l="l" t="t" r="r" b="b"/>
                  <a:pathLst>
                    <a:path w="291719" h="291719">
                      <a:moveTo>
                        <a:pt x="145860" y="0"/>
                      </a:moveTo>
                      <a:cubicBezTo>
                        <a:pt x="65253" y="0"/>
                        <a:pt x="0" y="65253"/>
                        <a:pt x="0" y="145860"/>
                      </a:cubicBezTo>
                      <a:cubicBezTo>
                        <a:pt x="0" y="226467"/>
                        <a:pt x="65253" y="291720"/>
                        <a:pt x="145860" y="291720"/>
                      </a:cubicBezTo>
                      <a:cubicBezTo>
                        <a:pt x="226467" y="291720"/>
                        <a:pt x="291720" y="226467"/>
                        <a:pt x="291720" y="145860"/>
                      </a:cubicBezTo>
                      <a:cubicBezTo>
                        <a:pt x="291720" y="65253"/>
                        <a:pt x="226467" y="0"/>
                        <a:pt x="145860" y="0"/>
                      </a:cubicBezTo>
                      <a:close/>
                      <a:moveTo>
                        <a:pt x="138183" y="38384"/>
                      </a:moveTo>
                      <a:cubicBezTo>
                        <a:pt x="148931" y="38384"/>
                        <a:pt x="157375" y="46829"/>
                        <a:pt x="157375" y="57576"/>
                      </a:cubicBezTo>
                      <a:cubicBezTo>
                        <a:pt x="157375" y="68324"/>
                        <a:pt x="148931" y="76768"/>
                        <a:pt x="138183" y="76768"/>
                      </a:cubicBezTo>
                      <a:cubicBezTo>
                        <a:pt x="127435" y="76768"/>
                        <a:pt x="118991" y="68324"/>
                        <a:pt x="118991" y="57576"/>
                      </a:cubicBezTo>
                      <a:cubicBezTo>
                        <a:pt x="118991" y="46829"/>
                        <a:pt x="127435" y="38384"/>
                        <a:pt x="138183" y="38384"/>
                      </a:cubicBezTo>
                      <a:close/>
                      <a:moveTo>
                        <a:pt x="184244" y="253336"/>
                      </a:moveTo>
                      <a:lnTo>
                        <a:pt x="107476" y="253336"/>
                      </a:lnTo>
                      <a:lnTo>
                        <a:pt x="107476" y="230305"/>
                      </a:lnTo>
                      <a:lnTo>
                        <a:pt x="134345" y="230305"/>
                      </a:lnTo>
                      <a:lnTo>
                        <a:pt x="134345" y="115153"/>
                      </a:lnTo>
                      <a:lnTo>
                        <a:pt x="111314" y="115153"/>
                      </a:lnTo>
                      <a:lnTo>
                        <a:pt x="111314" y="92122"/>
                      </a:lnTo>
                      <a:lnTo>
                        <a:pt x="157375" y="92122"/>
                      </a:lnTo>
                      <a:lnTo>
                        <a:pt x="157375" y="115153"/>
                      </a:lnTo>
                      <a:lnTo>
                        <a:pt x="157375" y="230305"/>
                      </a:lnTo>
                      <a:lnTo>
                        <a:pt x="184244" y="230305"/>
                      </a:lnTo>
                      <a:lnTo>
                        <a:pt x="184244" y="253336"/>
                      </a:lnTo>
                      <a:close/>
                    </a:path>
                  </a:pathLst>
                </a:custGeom>
                <a:solidFill>
                  <a:srgbClr val="1FF524"/>
                </a:solidFill>
                <a:ln w="3770" cap="flat">
                  <a:noFill/>
                  <a:prstDash val="solid"/>
                  <a:miter/>
                </a:ln>
              </p:spPr>
              <p:txBody>
                <a:bodyPr rtlCol="0" anchor="ctr">
                  <a:noAutofit/>
                </a:bodyPr>
                <a:lstStyle/>
                <a:p>
                  <a:endParaRPr lang="en-GB" sz="2000" noProof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endParaRPr>
                </a:p>
              </p:txBody>
            </p:sp>
          </p:grpSp>
          <p:grpSp>
            <p:nvGrpSpPr>
              <p:cNvPr id="38" name="Groep 37">
                <a:extLst>
                  <a:ext uri="{FF2B5EF4-FFF2-40B4-BE49-F238E27FC236}">
                    <a16:creationId xmlns:a16="http://schemas.microsoft.com/office/drawing/2014/main" id="{A6078BFE-9F83-C28E-12FD-051E8C5B8010}"/>
                  </a:ext>
                </a:extLst>
              </p:cNvPr>
              <p:cNvGrpSpPr/>
              <p:nvPr userDrawn="1"/>
            </p:nvGrpSpPr>
            <p:grpSpPr>
              <a:xfrm>
                <a:off x="-938434" y="5025298"/>
                <a:ext cx="627798" cy="576693"/>
                <a:chOff x="-938434" y="4570310"/>
                <a:chExt cx="627798" cy="576693"/>
              </a:xfrm>
            </p:grpSpPr>
            <p:grpSp>
              <p:nvGrpSpPr>
                <p:cNvPr id="39" name="Inspireren">
                  <a:extLst>
                    <a:ext uri="{FF2B5EF4-FFF2-40B4-BE49-F238E27FC236}">
                      <a16:creationId xmlns:a16="http://schemas.microsoft.com/office/drawing/2014/main" id="{08B1427C-46F9-6B49-82FD-6E3C66E95168}"/>
                    </a:ext>
                  </a:extLst>
                </p:cNvPr>
                <p:cNvGrpSpPr>
                  <a:grpSpLocks noChangeAspect="1"/>
                </p:cNvGrpSpPr>
                <p:nvPr userDrawn="1"/>
              </p:nvGrpSpPr>
              <p:grpSpPr bwMode="auto">
                <a:xfrm>
                  <a:off x="-716116" y="4570310"/>
                  <a:ext cx="169778" cy="242385"/>
                  <a:chOff x="4768" y="2783"/>
                  <a:chExt cx="788" cy="1125"/>
                </a:xfrm>
                <a:gradFill>
                  <a:gsLst>
                    <a:gs pos="0">
                      <a:srgbClr val="9D9FA1"/>
                    </a:gs>
                    <a:gs pos="70000">
                      <a:srgbClr val="211F26"/>
                    </a:gs>
                  </a:gsLst>
                  <a:lin ang="2700000" scaled="0"/>
                </a:gradFill>
              </p:grpSpPr>
              <p:sp>
                <p:nvSpPr>
                  <p:cNvPr id="41" name="Freeform 12">
                    <a:extLst>
                      <a:ext uri="{FF2B5EF4-FFF2-40B4-BE49-F238E27FC236}">
                        <a16:creationId xmlns:a16="http://schemas.microsoft.com/office/drawing/2014/main" id="{3A0FC7A3-3C8E-F597-CF49-D94C6CDABF6C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5001" y="3186"/>
                    <a:ext cx="319" cy="288"/>
                  </a:xfrm>
                  <a:custGeom>
                    <a:avLst/>
                    <a:gdLst>
                      <a:gd name="T0" fmla="*/ 220 w 319"/>
                      <a:gd name="T1" fmla="*/ 288 h 288"/>
                      <a:gd name="T2" fmla="*/ 107 w 319"/>
                      <a:gd name="T3" fmla="*/ 288 h 288"/>
                      <a:gd name="T4" fmla="*/ 0 w 319"/>
                      <a:gd name="T5" fmla="*/ 0 h 288"/>
                      <a:gd name="T6" fmla="*/ 319 w 319"/>
                      <a:gd name="T7" fmla="*/ 0 h 288"/>
                      <a:gd name="T8" fmla="*/ 220 w 319"/>
                      <a:gd name="T9" fmla="*/ 288 h 288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</a:cxnLst>
                    <a:rect l="0" t="0" r="r" b="b"/>
                    <a:pathLst>
                      <a:path w="319" h="288">
                        <a:moveTo>
                          <a:pt x="220" y="288"/>
                        </a:moveTo>
                        <a:lnTo>
                          <a:pt x="107" y="288"/>
                        </a:lnTo>
                        <a:lnTo>
                          <a:pt x="0" y="0"/>
                        </a:lnTo>
                        <a:lnTo>
                          <a:pt x="319" y="0"/>
                        </a:lnTo>
                        <a:lnTo>
                          <a:pt x="220" y="288"/>
                        </a:lnTo>
                        <a:close/>
                      </a:path>
                    </a:pathLst>
                  </a:custGeom>
                  <a:solidFill>
                    <a:srgbClr val="1FF524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lvl="0" indent="0" defTabSz="995469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GB" sz="300" b="0" i="0" u="none" strike="noStrike" kern="0" cap="none" spc="0" normalizeH="0" baseline="0" noProof="0">
                      <a:ln>
                        <a:noFill/>
                      </a:ln>
                      <a:solidFill>
                        <a:srgbClr val="211F26"/>
                      </a:solidFill>
                      <a:effectLst/>
                      <a:uLnTx/>
                      <a:uFillTx/>
                      <a:latin typeface="+mn-lt"/>
                    </a:endParaRPr>
                  </a:p>
                </p:txBody>
              </p:sp>
              <p:sp>
                <p:nvSpPr>
                  <p:cNvPr id="42" name="Freeform 13">
                    <a:extLst>
                      <a:ext uri="{FF2B5EF4-FFF2-40B4-BE49-F238E27FC236}">
                        <a16:creationId xmlns:a16="http://schemas.microsoft.com/office/drawing/2014/main" id="{0AEE7C72-28A1-4329-E2F3-F00C6F02DF82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5022" y="3796"/>
                    <a:ext cx="282" cy="112"/>
                  </a:xfrm>
                  <a:custGeom>
                    <a:avLst/>
                    <a:gdLst>
                      <a:gd name="T0" fmla="*/ 229 w 251"/>
                      <a:gd name="T1" fmla="*/ 70 h 100"/>
                      <a:gd name="T2" fmla="*/ 229 w 251"/>
                      <a:gd name="T3" fmla="*/ 69 h 100"/>
                      <a:gd name="T4" fmla="*/ 251 w 251"/>
                      <a:gd name="T5" fmla="*/ 0 h 100"/>
                      <a:gd name="T6" fmla="*/ 0 w 251"/>
                      <a:gd name="T7" fmla="*/ 0 h 100"/>
                      <a:gd name="T8" fmla="*/ 22 w 251"/>
                      <a:gd name="T9" fmla="*/ 69 h 100"/>
                      <a:gd name="T10" fmla="*/ 63 w 251"/>
                      <a:gd name="T11" fmla="*/ 100 h 100"/>
                      <a:gd name="T12" fmla="*/ 188 w 251"/>
                      <a:gd name="T13" fmla="*/ 100 h 100"/>
                      <a:gd name="T14" fmla="*/ 229 w 251"/>
                      <a:gd name="T15" fmla="*/ 71 h 100"/>
                      <a:gd name="T16" fmla="*/ 229 w 251"/>
                      <a:gd name="T17" fmla="*/ 71 h 100"/>
                      <a:gd name="T18" fmla="*/ 229 w 251"/>
                      <a:gd name="T19" fmla="*/ 70 h 100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  <a:cxn ang="0">
                        <a:pos x="T14" y="T15"/>
                      </a:cxn>
                      <a:cxn ang="0">
                        <a:pos x="T16" y="T17"/>
                      </a:cxn>
                      <a:cxn ang="0">
                        <a:pos x="T18" y="T19"/>
                      </a:cxn>
                    </a:cxnLst>
                    <a:rect l="0" t="0" r="r" b="b"/>
                    <a:pathLst>
                      <a:path w="251" h="100">
                        <a:moveTo>
                          <a:pt x="229" y="70"/>
                        </a:moveTo>
                        <a:cubicBezTo>
                          <a:pt x="229" y="70"/>
                          <a:pt x="229" y="69"/>
                          <a:pt x="229" y="69"/>
                        </a:cubicBezTo>
                        <a:cubicBezTo>
                          <a:pt x="251" y="0"/>
                          <a:pt x="251" y="0"/>
                          <a:pt x="251" y="0"/>
                        </a:cubicBezTo>
                        <a:cubicBezTo>
                          <a:pt x="0" y="0"/>
                          <a:pt x="0" y="0"/>
                          <a:pt x="0" y="0"/>
                        </a:cubicBezTo>
                        <a:cubicBezTo>
                          <a:pt x="22" y="69"/>
                          <a:pt x="22" y="69"/>
                          <a:pt x="22" y="69"/>
                        </a:cubicBezTo>
                        <a:cubicBezTo>
                          <a:pt x="27" y="87"/>
                          <a:pt x="44" y="100"/>
                          <a:pt x="63" y="100"/>
                        </a:cubicBezTo>
                        <a:cubicBezTo>
                          <a:pt x="188" y="100"/>
                          <a:pt x="188" y="100"/>
                          <a:pt x="188" y="100"/>
                        </a:cubicBezTo>
                        <a:cubicBezTo>
                          <a:pt x="207" y="100"/>
                          <a:pt x="223" y="88"/>
                          <a:pt x="229" y="71"/>
                        </a:cubicBezTo>
                        <a:cubicBezTo>
                          <a:pt x="229" y="71"/>
                          <a:pt x="229" y="71"/>
                          <a:pt x="229" y="71"/>
                        </a:cubicBezTo>
                        <a:lnTo>
                          <a:pt x="229" y="70"/>
                        </a:lnTo>
                        <a:close/>
                      </a:path>
                    </a:pathLst>
                  </a:custGeom>
                  <a:grpFill/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lvl="0" indent="0" defTabSz="995469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GB" sz="300" b="0" i="0" u="none" strike="noStrike" kern="0" cap="none" spc="0" normalizeH="0" baseline="0" noProof="0">
                      <a:ln>
                        <a:noFill/>
                      </a:ln>
                      <a:solidFill>
                        <a:srgbClr val="211F26"/>
                      </a:solidFill>
                      <a:effectLst/>
                      <a:uLnTx/>
                      <a:uFillTx/>
                      <a:latin typeface="+mn-lt"/>
                    </a:endParaRPr>
                  </a:p>
                </p:txBody>
              </p:sp>
              <p:sp>
                <p:nvSpPr>
                  <p:cNvPr id="43" name="Freeform 14">
                    <a:extLst>
                      <a:ext uri="{FF2B5EF4-FFF2-40B4-BE49-F238E27FC236}">
                        <a16:creationId xmlns:a16="http://schemas.microsoft.com/office/drawing/2014/main" id="{A782A2E6-DF24-7E0E-54DA-AE986E4E1679}"/>
                      </a:ext>
                    </a:extLst>
                  </p:cNvPr>
                  <p:cNvSpPr>
                    <a:spLocks noEditPoints="1"/>
                  </p:cNvSpPr>
                  <p:nvPr/>
                </p:nvSpPr>
                <p:spPr bwMode="auto">
                  <a:xfrm>
                    <a:off x="4768" y="2783"/>
                    <a:ext cx="788" cy="966"/>
                  </a:xfrm>
                  <a:custGeom>
                    <a:avLst/>
                    <a:gdLst>
                      <a:gd name="T0" fmla="*/ 351 w 702"/>
                      <a:gd name="T1" fmla="*/ 0 h 860"/>
                      <a:gd name="T2" fmla="*/ 0 w 702"/>
                      <a:gd name="T3" fmla="*/ 351 h 860"/>
                      <a:gd name="T4" fmla="*/ 134 w 702"/>
                      <a:gd name="T5" fmla="*/ 627 h 860"/>
                      <a:gd name="T6" fmla="*/ 165 w 702"/>
                      <a:gd name="T7" fmla="*/ 718 h 860"/>
                      <a:gd name="T8" fmla="*/ 266 w 702"/>
                      <a:gd name="T9" fmla="*/ 718 h 860"/>
                      <a:gd name="T10" fmla="*/ 266 w 702"/>
                      <a:gd name="T11" fmla="*/ 718 h 860"/>
                      <a:gd name="T12" fmla="*/ 434 w 702"/>
                      <a:gd name="T13" fmla="*/ 718 h 860"/>
                      <a:gd name="T14" fmla="*/ 419 w 702"/>
                      <a:gd name="T15" fmla="*/ 760 h 860"/>
                      <a:gd name="T16" fmla="*/ 284 w 702"/>
                      <a:gd name="T17" fmla="*/ 760 h 860"/>
                      <a:gd name="T18" fmla="*/ 284 w 702"/>
                      <a:gd name="T19" fmla="*/ 760 h 860"/>
                      <a:gd name="T20" fmla="*/ 179 w 702"/>
                      <a:gd name="T21" fmla="*/ 760 h 860"/>
                      <a:gd name="T22" fmla="*/ 212 w 702"/>
                      <a:gd name="T23" fmla="*/ 860 h 860"/>
                      <a:gd name="T24" fmla="*/ 212 w 702"/>
                      <a:gd name="T25" fmla="*/ 860 h 860"/>
                      <a:gd name="T26" fmla="*/ 216 w 702"/>
                      <a:gd name="T27" fmla="*/ 860 h 860"/>
                      <a:gd name="T28" fmla="*/ 488 w 702"/>
                      <a:gd name="T29" fmla="*/ 860 h 860"/>
                      <a:gd name="T30" fmla="*/ 491 w 702"/>
                      <a:gd name="T31" fmla="*/ 860 h 860"/>
                      <a:gd name="T32" fmla="*/ 570 w 702"/>
                      <a:gd name="T33" fmla="*/ 625 h 860"/>
                      <a:gd name="T34" fmla="*/ 702 w 702"/>
                      <a:gd name="T35" fmla="*/ 351 h 860"/>
                      <a:gd name="T36" fmla="*/ 351 w 702"/>
                      <a:gd name="T37" fmla="*/ 0 h 860"/>
                      <a:gd name="T38" fmla="*/ 587 w 702"/>
                      <a:gd name="T39" fmla="*/ 438 h 860"/>
                      <a:gd name="T40" fmla="*/ 485 w 702"/>
                      <a:gd name="T41" fmla="*/ 563 h 860"/>
                      <a:gd name="T42" fmla="*/ 454 w 702"/>
                      <a:gd name="T43" fmla="*/ 658 h 860"/>
                      <a:gd name="T44" fmla="*/ 250 w 702"/>
                      <a:gd name="T45" fmla="*/ 658 h 860"/>
                      <a:gd name="T46" fmla="*/ 219 w 702"/>
                      <a:gd name="T47" fmla="*/ 565 h 860"/>
                      <a:gd name="T48" fmla="*/ 115 w 702"/>
                      <a:gd name="T49" fmla="*/ 439 h 860"/>
                      <a:gd name="T50" fmla="*/ 99 w 702"/>
                      <a:gd name="T51" fmla="*/ 351 h 860"/>
                      <a:gd name="T52" fmla="*/ 351 w 702"/>
                      <a:gd name="T53" fmla="*/ 99 h 860"/>
                      <a:gd name="T54" fmla="*/ 603 w 702"/>
                      <a:gd name="T55" fmla="*/ 351 h 860"/>
                      <a:gd name="T56" fmla="*/ 587 w 702"/>
                      <a:gd name="T57" fmla="*/ 438 h 860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  <a:cxn ang="0">
                        <a:pos x="T14" y="T15"/>
                      </a:cxn>
                      <a:cxn ang="0">
                        <a:pos x="T16" y="T17"/>
                      </a:cxn>
                      <a:cxn ang="0">
                        <a:pos x="T18" y="T19"/>
                      </a:cxn>
                      <a:cxn ang="0">
                        <a:pos x="T20" y="T21"/>
                      </a:cxn>
                      <a:cxn ang="0">
                        <a:pos x="T22" y="T23"/>
                      </a:cxn>
                      <a:cxn ang="0">
                        <a:pos x="T24" y="T25"/>
                      </a:cxn>
                      <a:cxn ang="0">
                        <a:pos x="T26" y="T27"/>
                      </a:cxn>
                      <a:cxn ang="0">
                        <a:pos x="T28" y="T29"/>
                      </a:cxn>
                      <a:cxn ang="0">
                        <a:pos x="T30" y="T31"/>
                      </a:cxn>
                      <a:cxn ang="0">
                        <a:pos x="T32" y="T33"/>
                      </a:cxn>
                      <a:cxn ang="0">
                        <a:pos x="T34" y="T35"/>
                      </a:cxn>
                      <a:cxn ang="0">
                        <a:pos x="T36" y="T37"/>
                      </a:cxn>
                      <a:cxn ang="0">
                        <a:pos x="T38" y="T39"/>
                      </a:cxn>
                      <a:cxn ang="0">
                        <a:pos x="T40" y="T41"/>
                      </a:cxn>
                      <a:cxn ang="0">
                        <a:pos x="T42" y="T43"/>
                      </a:cxn>
                      <a:cxn ang="0">
                        <a:pos x="T44" y="T45"/>
                      </a:cxn>
                      <a:cxn ang="0">
                        <a:pos x="T46" y="T47"/>
                      </a:cxn>
                      <a:cxn ang="0">
                        <a:pos x="T48" y="T49"/>
                      </a:cxn>
                      <a:cxn ang="0">
                        <a:pos x="T50" y="T51"/>
                      </a:cxn>
                      <a:cxn ang="0">
                        <a:pos x="T52" y="T53"/>
                      </a:cxn>
                      <a:cxn ang="0">
                        <a:pos x="T54" y="T55"/>
                      </a:cxn>
                      <a:cxn ang="0">
                        <a:pos x="T56" y="T57"/>
                      </a:cxn>
                    </a:cxnLst>
                    <a:rect l="0" t="0" r="r" b="b"/>
                    <a:pathLst>
                      <a:path w="702" h="860">
                        <a:moveTo>
                          <a:pt x="351" y="0"/>
                        </a:moveTo>
                        <a:cubicBezTo>
                          <a:pt x="157" y="0"/>
                          <a:pt x="0" y="157"/>
                          <a:pt x="0" y="351"/>
                        </a:cubicBezTo>
                        <a:cubicBezTo>
                          <a:pt x="0" y="463"/>
                          <a:pt x="52" y="562"/>
                          <a:pt x="134" y="627"/>
                        </a:cubicBezTo>
                        <a:cubicBezTo>
                          <a:pt x="165" y="718"/>
                          <a:pt x="165" y="718"/>
                          <a:pt x="165" y="718"/>
                        </a:cubicBezTo>
                        <a:cubicBezTo>
                          <a:pt x="266" y="718"/>
                          <a:pt x="266" y="718"/>
                          <a:pt x="266" y="718"/>
                        </a:cubicBezTo>
                        <a:cubicBezTo>
                          <a:pt x="266" y="718"/>
                          <a:pt x="266" y="718"/>
                          <a:pt x="266" y="718"/>
                        </a:cubicBezTo>
                        <a:cubicBezTo>
                          <a:pt x="434" y="718"/>
                          <a:pt x="434" y="718"/>
                          <a:pt x="434" y="718"/>
                        </a:cubicBezTo>
                        <a:cubicBezTo>
                          <a:pt x="419" y="760"/>
                          <a:pt x="419" y="760"/>
                          <a:pt x="419" y="760"/>
                        </a:cubicBezTo>
                        <a:cubicBezTo>
                          <a:pt x="284" y="760"/>
                          <a:pt x="284" y="760"/>
                          <a:pt x="284" y="760"/>
                        </a:cubicBezTo>
                        <a:cubicBezTo>
                          <a:pt x="284" y="760"/>
                          <a:pt x="284" y="760"/>
                          <a:pt x="284" y="760"/>
                        </a:cubicBezTo>
                        <a:cubicBezTo>
                          <a:pt x="179" y="760"/>
                          <a:pt x="179" y="760"/>
                          <a:pt x="179" y="760"/>
                        </a:cubicBezTo>
                        <a:cubicBezTo>
                          <a:pt x="212" y="860"/>
                          <a:pt x="212" y="860"/>
                          <a:pt x="212" y="860"/>
                        </a:cubicBezTo>
                        <a:cubicBezTo>
                          <a:pt x="212" y="860"/>
                          <a:pt x="212" y="860"/>
                          <a:pt x="212" y="860"/>
                        </a:cubicBezTo>
                        <a:cubicBezTo>
                          <a:pt x="216" y="860"/>
                          <a:pt x="216" y="860"/>
                          <a:pt x="216" y="860"/>
                        </a:cubicBezTo>
                        <a:cubicBezTo>
                          <a:pt x="488" y="860"/>
                          <a:pt x="488" y="860"/>
                          <a:pt x="488" y="860"/>
                        </a:cubicBezTo>
                        <a:cubicBezTo>
                          <a:pt x="491" y="860"/>
                          <a:pt x="491" y="860"/>
                          <a:pt x="491" y="860"/>
                        </a:cubicBezTo>
                        <a:cubicBezTo>
                          <a:pt x="570" y="625"/>
                          <a:pt x="570" y="625"/>
                          <a:pt x="570" y="625"/>
                        </a:cubicBezTo>
                        <a:cubicBezTo>
                          <a:pt x="651" y="560"/>
                          <a:pt x="702" y="461"/>
                          <a:pt x="702" y="351"/>
                        </a:cubicBezTo>
                        <a:cubicBezTo>
                          <a:pt x="702" y="157"/>
                          <a:pt x="545" y="0"/>
                          <a:pt x="351" y="0"/>
                        </a:cubicBezTo>
                        <a:close/>
                        <a:moveTo>
                          <a:pt x="587" y="438"/>
                        </a:moveTo>
                        <a:cubicBezTo>
                          <a:pt x="568" y="490"/>
                          <a:pt x="531" y="534"/>
                          <a:pt x="485" y="563"/>
                        </a:cubicBezTo>
                        <a:cubicBezTo>
                          <a:pt x="454" y="658"/>
                          <a:pt x="454" y="658"/>
                          <a:pt x="454" y="658"/>
                        </a:cubicBezTo>
                        <a:cubicBezTo>
                          <a:pt x="250" y="658"/>
                          <a:pt x="250" y="658"/>
                          <a:pt x="250" y="658"/>
                        </a:cubicBezTo>
                        <a:cubicBezTo>
                          <a:pt x="219" y="565"/>
                          <a:pt x="219" y="565"/>
                          <a:pt x="219" y="565"/>
                        </a:cubicBezTo>
                        <a:cubicBezTo>
                          <a:pt x="172" y="536"/>
                          <a:pt x="135" y="491"/>
                          <a:pt x="115" y="439"/>
                        </a:cubicBezTo>
                        <a:cubicBezTo>
                          <a:pt x="105" y="411"/>
                          <a:pt x="99" y="382"/>
                          <a:pt x="99" y="351"/>
                        </a:cubicBezTo>
                        <a:cubicBezTo>
                          <a:pt x="99" y="212"/>
                          <a:pt x="212" y="99"/>
                          <a:pt x="351" y="99"/>
                        </a:cubicBezTo>
                        <a:cubicBezTo>
                          <a:pt x="490" y="99"/>
                          <a:pt x="603" y="212"/>
                          <a:pt x="603" y="351"/>
                        </a:cubicBezTo>
                        <a:cubicBezTo>
                          <a:pt x="603" y="381"/>
                          <a:pt x="597" y="411"/>
                          <a:pt x="587" y="438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lvl="0" indent="0" defTabSz="995469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GB" sz="300" b="0" i="0" u="none" strike="noStrike" kern="0" cap="none" spc="0" normalizeH="0" baseline="0" noProof="0">
                      <a:ln>
                        <a:noFill/>
                      </a:ln>
                      <a:solidFill>
                        <a:srgbClr val="211F26"/>
                      </a:solidFill>
                      <a:effectLst/>
                      <a:uLnTx/>
                      <a:uFillTx/>
                      <a:latin typeface="+mn-lt"/>
                    </a:endParaRPr>
                  </a:p>
                </p:txBody>
              </p:sp>
            </p:grpSp>
            <p:sp>
              <p:nvSpPr>
                <p:cNvPr id="40" name="Tekstvak 39">
                  <a:extLst>
                    <a:ext uri="{FF2B5EF4-FFF2-40B4-BE49-F238E27FC236}">
                      <a16:creationId xmlns:a16="http://schemas.microsoft.com/office/drawing/2014/main" id="{5C85C14F-71FC-0EC9-EC77-F93303E0B753}"/>
                    </a:ext>
                  </a:extLst>
                </p:cNvPr>
                <p:cNvSpPr txBox="1"/>
                <p:nvPr userDrawn="1"/>
              </p:nvSpPr>
              <p:spPr>
                <a:xfrm>
                  <a:off x="-938434" y="4824764"/>
                  <a:ext cx="627798" cy="322239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 anchor="ctr">
                  <a:noAutofit/>
                </a:bodyPr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90000"/>
                    </a:lnSpc>
                    <a:spcBef>
                      <a:spcPts val="600"/>
                    </a:spcBef>
                    <a:spcAft>
                      <a:spcPts val="60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GB" sz="1000" b="0" i="0" u="none" strike="noStrike" kern="0" cap="none" spc="0" normalizeH="0" baseline="0" noProof="0">
                      <a:ln>
                        <a:noFill/>
                      </a:ln>
                      <a:solidFill>
                        <a:srgbClr val="211F26"/>
                      </a:solidFill>
                      <a:effectLst/>
                      <a:uLnTx/>
                      <a:uFillTx/>
                      <a:latin typeface="Calibri" panose="020F0502020204030204" pitchFamily="34" charset="0"/>
                      <a:ea typeface="+mn-ea"/>
                      <a:cs typeface="Calibri" panose="020F0502020204030204" pitchFamily="34" charset="0"/>
                    </a:rPr>
                    <a:t>Inspiration</a:t>
                  </a:r>
                </a:p>
              </p:txBody>
            </p:sp>
          </p:grpSp>
        </p:grpSp>
        <p:grpSp>
          <p:nvGrpSpPr>
            <p:cNvPr id="9" name="Groep 8">
              <a:extLst>
                <a:ext uri="{FF2B5EF4-FFF2-40B4-BE49-F238E27FC236}">
                  <a16:creationId xmlns:a16="http://schemas.microsoft.com/office/drawing/2014/main" id="{E0C74600-E0A1-32F6-F13A-80390DBD08F3}"/>
                </a:ext>
              </a:extLst>
            </p:cNvPr>
            <p:cNvGrpSpPr/>
            <p:nvPr userDrawn="1"/>
          </p:nvGrpSpPr>
          <p:grpSpPr>
            <a:xfrm>
              <a:off x="-3786165" y="2"/>
              <a:ext cx="3593091" cy="3041230"/>
              <a:chOff x="-3786165" y="2"/>
              <a:chExt cx="3593091" cy="3041230"/>
            </a:xfrm>
          </p:grpSpPr>
          <p:sp>
            <p:nvSpPr>
              <p:cNvPr id="10" name="Rechthoek 9">
                <a:extLst>
                  <a:ext uri="{FF2B5EF4-FFF2-40B4-BE49-F238E27FC236}">
                    <a16:creationId xmlns:a16="http://schemas.microsoft.com/office/drawing/2014/main" id="{24EC8A38-F574-0E35-63BE-11DF49F4E34C}"/>
                  </a:ext>
                </a:extLst>
              </p:cNvPr>
              <p:cNvSpPr/>
              <p:nvPr userDrawn="1"/>
            </p:nvSpPr>
            <p:spPr>
              <a:xfrm>
                <a:off x="-3786165" y="2"/>
                <a:ext cx="3593091" cy="3041230"/>
              </a:xfrm>
              <a:prstGeom prst="rect">
                <a:avLst/>
              </a:prstGeom>
              <a:solidFill>
                <a:srgbClr val="FFFFFF"/>
              </a:solidFill>
              <a:ln w="6350">
                <a:solidFill>
                  <a:srgbClr val="ECECEC"/>
                </a:solidFill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80000" tIns="144000" rIns="180000" bIns="144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en-GB" sz="1400" b="1" cap="all" baseline="0" noProof="0">
                    <a:solidFill>
                      <a:schemeClr val="accent1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Format CHART</a:t>
                </a:r>
              </a:p>
            </p:txBody>
          </p:sp>
          <p:sp>
            <p:nvSpPr>
              <p:cNvPr id="11" name="Ovaal 10">
                <a:extLst>
                  <a:ext uri="{FF2B5EF4-FFF2-40B4-BE49-F238E27FC236}">
                    <a16:creationId xmlns:a16="http://schemas.microsoft.com/office/drawing/2014/main" id="{45A82A4C-DF5D-DAD5-72AA-53FF5FAB9D7C}"/>
                  </a:ext>
                </a:extLst>
              </p:cNvPr>
              <p:cNvSpPr/>
              <p:nvPr userDrawn="1"/>
            </p:nvSpPr>
            <p:spPr>
              <a:xfrm>
                <a:off x="-3603587" y="465324"/>
                <a:ext cx="180000" cy="180000"/>
              </a:xfrm>
              <a:prstGeom prst="ellipse">
                <a:avLst/>
              </a:prstGeom>
              <a:solidFill>
                <a:schemeClr val="accent1"/>
              </a:solidFill>
              <a:ln w="25400" cap="flat" cmpd="sng" algn="ctr">
                <a:noFill/>
                <a:prstDash val="solid"/>
              </a:ln>
              <a:effectLst/>
            </p:spPr>
            <p:txBody>
              <a:bodyPr wrap="none" lIns="0" tIns="0" rIns="0" bIns="0" rtlCol="0" anchor="ctr">
                <a:noAutofit/>
              </a:bodyPr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1000" b="1" i="0" u="none" strike="noStrike" kern="0" cap="none" spc="0" normalizeH="0" baseline="0" noProof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Calibri" panose="020F0502020204030204" pitchFamily="34" charset="0"/>
                    <a:cs typeface="Calibri" panose="020F0502020204030204" pitchFamily="34" charset="0"/>
                  </a:rPr>
                  <a:t>1</a:t>
                </a:r>
              </a:p>
            </p:txBody>
          </p:sp>
          <p:sp>
            <p:nvSpPr>
              <p:cNvPr id="12" name="Rechthoek 11">
                <a:extLst>
                  <a:ext uri="{FF2B5EF4-FFF2-40B4-BE49-F238E27FC236}">
                    <a16:creationId xmlns:a16="http://schemas.microsoft.com/office/drawing/2014/main" id="{6483ACA4-C62D-91E9-EAC0-5EDA7398955E}"/>
                  </a:ext>
                </a:extLst>
              </p:cNvPr>
              <p:cNvSpPr/>
              <p:nvPr userDrawn="1"/>
            </p:nvSpPr>
            <p:spPr>
              <a:xfrm>
                <a:off x="-3319415" y="465324"/>
                <a:ext cx="2944682" cy="490019"/>
              </a:xfrm>
              <a:prstGeom prst="rect">
                <a:avLst/>
              </a:prstGeom>
              <a:noFill/>
              <a:ln w="25400" cap="flat" cmpd="sng" algn="ctr">
                <a:noFill/>
                <a:prstDash val="solid"/>
              </a:ln>
              <a:effectLst/>
            </p:spPr>
            <p:txBody>
              <a:bodyPr lIns="0" tIns="0" rIns="0" bIns="0" rtlCol="0" anchor="t">
                <a:noAutofit/>
              </a:bodyPr>
              <a:lstStyle/>
              <a:p>
                <a:pPr marL="0" marR="0" lvl="0" indent="0" defTabSz="914400" eaLnBrk="1" fontAlgn="auto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12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alibri" panose="020F0502020204030204" pitchFamily="34" charset="0"/>
                    <a:cs typeface="Calibri" panose="020F0502020204030204" pitchFamily="34" charset="0"/>
                  </a:rPr>
                  <a:t>When you want to change the lay-out of the chart, select the preferred part of the chart and go to the tab </a:t>
                </a:r>
                <a:r>
                  <a:rPr kumimoji="0" lang="en-GB" sz="1200" b="1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alibri" panose="020F0502020204030204" pitchFamily="34" charset="0"/>
                    <a:cs typeface="Calibri" panose="020F0502020204030204" pitchFamily="34" charset="0"/>
                  </a:rPr>
                  <a:t>‘Format’.</a:t>
                </a:r>
                <a:endParaRPr kumimoji="0" lang="en-GB" sz="12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  <p:sp>
            <p:nvSpPr>
              <p:cNvPr id="13" name="Ovaal 12">
                <a:extLst>
                  <a:ext uri="{FF2B5EF4-FFF2-40B4-BE49-F238E27FC236}">
                    <a16:creationId xmlns:a16="http://schemas.microsoft.com/office/drawing/2014/main" id="{526618F2-1324-5E8A-BB71-6664AC1889B7}"/>
                  </a:ext>
                </a:extLst>
              </p:cNvPr>
              <p:cNvSpPr/>
              <p:nvPr userDrawn="1"/>
            </p:nvSpPr>
            <p:spPr>
              <a:xfrm>
                <a:off x="-3603587" y="1493635"/>
                <a:ext cx="180000" cy="180000"/>
              </a:xfrm>
              <a:prstGeom prst="ellipse">
                <a:avLst/>
              </a:prstGeom>
              <a:solidFill>
                <a:schemeClr val="accent1"/>
              </a:solidFill>
              <a:ln w="25400" cap="flat" cmpd="sng" algn="ctr">
                <a:noFill/>
                <a:prstDash val="solid"/>
              </a:ln>
              <a:effectLst/>
            </p:spPr>
            <p:txBody>
              <a:bodyPr wrap="none" lIns="0" tIns="0" rIns="0" bIns="0" rtlCol="0" anchor="ctr">
                <a:noAutofit/>
              </a:bodyPr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1000" b="1" i="0" u="none" strike="noStrike" kern="0" cap="none" spc="0" normalizeH="0" baseline="0" noProof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Calibri" panose="020F0502020204030204" pitchFamily="34" charset="0"/>
                    <a:cs typeface="Calibri" panose="020F0502020204030204" pitchFamily="34" charset="0"/>
                  </a:rPr>
                  <a:t>2</a:t>
                </a:r>
              </a:p>
            </p:txBody>
          </p:sp>
          <p:sp>
            <p:nvSpPr>
              <p:cNvPr id="14" name="Rechthoek 13">
                <a:extLst>
                  <a:ext uri="{FF2B5EF4-FFF2-40B4-BE49-F238E27FC236}">
                    <a16:creationId xmlns:a16="http://schemas.microsoft.com/office/drawing/2014/main" id="{E8406F88-F7D9-1EDE-8CE6-BA8D8B59E542}"/>
                  </a:ext>
                </a:extLst>
              </p:cNvPr>
              <p:cNvSpPr/>
              <p:nvPr userDrawn="1"/>
            </p:nvSpPr>
            <p:spPr>
              <a:xfrm>
                <a:off x="-3319415" y="1493636"/>
                <a:ext cx="2944682" cy="658055"/>
              </a:xfrm>
              <a:prstGeom prst="rect">
                <a:avLst/>
              </a:prstGeom>
              <a:noFill/>
              <a:ln w="25400" cap="flat" cmpd="sng" algn="ctr">
                <a:noFill/>
                <a:prstDash val="solid"/>
              </a:ln>
              <a:effectLst/>
            </p:spPr>
            <p:txBody>
              <a:bodyPr lIns="0" tIns="0" rIns="0" bIns="0" rtlCol="0" anchor="t">
                <a:noAutofit/>
              </a:bodyPr>
              <a:lstStyle/>
              <a:p>
                <a:pPr marL="0" marR="0" lvl="0" indent="0" defTabSz="914400" eaLnBrk="1" fontAlgn="auto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12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alibri" panose="020F0502020204030204" pitchFamily="34" charset="0"/>
                    <a:cs typeface="Calibri" panose="020F0502020204030204" pitchFamily="34" charset="0"/>
                  </a:rPr>
                  <a:t>You can change the settings of the axes and data series by clicking on them with the right mouse button. Choose </a:t>
                </a:r>
                <a:r>
                  <a:rPr kumimoji="0" lang="en-GB" sz="1200" b="1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alibri" panose="020F0502020204030204" pitchFamily="34" charset="0"/>
                    <a:cs typeface="Calibri" panose="020F0502020204030204" pitchFamily="34" charset="0"/>
                  </a:rPr>
                  <a:t>‘Format Axis’</a:t>
                </a:r>
                <a:r>
                  <a:rPr kumimoji="0" lang="en-GB" sz="12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alibri" panose="020F0502020204030204" pitchFamily="34" charset="0"/>
                    <a:cs typeface="Calibri" panose="020F0502020204030204" pitchFamily="34" charset="0"/>
                  </a:rPr>
                  <a:t> or </a:t>
                </a:r>
                <a:r>
                  <a:rPr kumimoji="0" lang="en-GB" sz="1200" b="1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alibri" panose="020F0502020204030204" pitchFamily="34" charset="0"/>
                    <a:cs typeface="Calibri" panose="020F0502020204030204" pitchFamily="34" charset="0"/>
                  </a:rPr>
                  <a:t>‘Format Data Series’</a:t>
                </a:r>
                <a:r>
                  <a:rPr kumimoji="0" lang="en-GB" sz="12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alibri" panose="020F0502020204030204" pitchFamily="34" charset="0"/>
                    <a:cs typeface="Calibri" panose="020F0502020204030204" pitchFamily="34" charset="0"/>
                  </a:rPr>
                  <a:t>.</a:t>
                </a:r>
              </a:p>
            </p:txBody>
          </p:sp>
          <p:grpSp>
            <p:nvGrpSpPr>
              <p:cNvPr id="15" name="Groep 14">
                <a:extLst>
                  <a:ext uri="{FF2B5EF4-FFF2-40B4-BE49-F238E27FC236}">
                    <a16:creationId xmlns:a16="http://schemas.microsoft.com/office/drawing/2014/main" id="{62069577-5F1C-3A70-6ACD-A40A9ECBECA0}"/>
                  </a:ext>
                </a:extLst>
              </p:cNvPr>
              <p:cNvGrpSpPr/>
              <p:nvPr userDrawn="1"/>
            </p:nvGrpSpPr>
            <p:grpSpPr>
              <a:xfrm>
                <a:off x="-3312582" y="1060763"/>
                <a:ext cx="576000" cy="246597"/>
                <a:chOff x="-3303310" y="1024128"/>
                <a:chExt cx="576000" cy="246597"/>
              </a:xfrm>
            </p:grpSpPr>
            <p:sp>
              <p:nvSpPr>
                <p:cNvPr id="30" name="Rechthoek 29">
                  <a:extLst>
                    <a:ext uri="{FF2B5EF4-FFF2-40B4-BE49-F238E27FC236}">
                      <a16:creationId xmlns:a16="http://schemas.microsoft.com/office/drawing/2014/main" id="{894F8D05-7113-E8C0-2B1E-FF2E01C3A4B8}"/>
                    </a:ext>
                  </a:extLst>
                </p:cNvPr>
                <p:cNvSpPr/>
                <p:nvPr userDrawn="1"/>
              </p:nvSpPr>
              <p:spPr>
                <a:xfrm>
                  <a:off x="-3303310" y="1024128"/>
                  <a:ext cx="576000" cy="215451"/>
                </a:xfrm>
                <a:prstGeom prst="rect">
                  <a:avLst/>
                </a:prstGeom>
                <a:solidFill>
                  <a:srgbClr val="F8F8F8"/>
                </a:solidFill>
                <a:ln w="6350">
                  <a:solidFill>
                    <a:schemeClr val="bg1">
                      <a:lumMod val="9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0" tIns="18000" rIns="0" bIns="0" numCol="1" spcCol="0" rtlCol="0" fromWordArt="0" anchor="t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r>
                    <a:rPr lang="en-GB" sz="1050" b="1" noProof="0">
                      <a:solidFill>
                        <a:srgbClr val="B74629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rPr>
                    <a:t>Format</a:t>
                  </a:r>
                </a:p>
              </p:txBody>
            </p:sp>
            <p:sp>
              <p:nvSpPr>
                <p:cNvPr id="31" name="Rechthoek 30">
                  <a:extLst>
                    <a:ext uri="{FF2B5EF4-FFF2-40B4-BE49-F238E27FC236}">
                      <a16:creationId xmlns:a16="http://schemas.microsoft.com/office/drawing/2014/main" id="{82A9E0A3-7689-1860-1E9B-0E50481EA941}"/>
                    </a:ext>
                  </a:extLst>
                </p:cNvPr>
                <p:cNvSpPr/>
                <p:nvPr userDrawn="1"/>
              </p:nvSpPr>
              <p:spPr>
                <a:xfrm>
                  <a:off x="-3303310" y="1243554"/>
                  <a:ext cx="576000" cy="27171"/>
                </a:xfrm>
                <a:prstGeom prst="rect">
                  <a:avLst/>
                </a:prstGeom>
                <a:solidFill>
                  <a:srgbClr val="B74629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l"/>
                  <a:endParaRPr lang="en-GB" sz="1000" b="1" noProof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endParaRPr>
                </a:p>
              </p:txBody>
            </p:sp>
          </p:grpSp>
          <p:grpSp>
            <p:nvGrpSpPr>
              <p:cNvPr id="16" name="Groep 15">
                <a:extLst>
                  <a:ext uri="{FF2B5EF4-FFF2-40B4-BE49-F238E27FC236}">
                    <a16:creationId xmlns:a16="http://schemas.microsoft.com/office/drawing/2014/main" id="{EA37E07D-0213-C4CD-69FE-A8048220E7CF}"/>
                  </a:ext>
                </a:extLst>
              </p:cNvPr>
              <p:cNvGrpSpPr/>
              <p:nvPr userDrawn="1"/>
            </p:nvGrpSpPr>
            <p:grpSpPr>
              <a:xfrm>
                <a:off x="-3314821" y="2257494"/>
                <a:ext cx="1377262" cy="591693"/>
                <a:chOff x="-3314821" y="2421532"/>
                <a:chExt cx="1377262" cy="591693"/>
              </a:xfrm>
            </p:grpSpPr>
            <p:sp>
              <p:nvSpPr>
                <p:cNvPr id="17" name="Rechthoek 16">
                  <a:extLst>
                    <a:ext uri="{FF2B5EF4-FFF2-40B4-BE49-F238E27FC236}">
                      <a16:creationId xmlns:a16="http://schemas.microsoft.com/office/drawing/2014/main" id="{FE5D13BD-1999-6110-78C0-D7F82EDB4F64}"/>
                    </a:ext>
                  </a:extLst>
                </p:cNvPr>
                <p:cNvSpPr/>
                <p:nvPr userDrawn="1"/>
              </p:nvSpPr>
              <p:spPr>
                <a:xfrm>
                  <a:off x="-3314821" y="2421532"/>
                  <a:ext cx="1360375" cy="504851"/>
                </a:xfrm>
                <a:prstGeom prst="rect">
                  <a:avLst/>
                </a:prstGeom>
                <a:solidFill>
                  <a:srgbClr val="FFFFFF"/>
                </a:solidFill>
                <a:ln w="12700">
                  <a:solidFill>
                    <a:srgbClr val="D1D1D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10800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l">
                    <a:lnSpc>
                      <a:spcPct val="90000"/>
                    </a:lnSpc>
                    <a:spcBef>
                      <a:spcPts val="600"/>
                    </a:spcBef>
                    <a:spcAft>
                      <a:spcPts val="600"/>
                    </a:spcAft>
                  </a:pPr>
                  <a:endParaRPr lang="en-GB" sz="800" b="0" noProof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endParaRPr>
                </a:p>
              </p:txBody>
            </p:sp>
            <p:sp>
              <p:nvSpPr>
                <p:cNvPr id="18" name="Rechthoek 17">
                  <a:extLst>
                    <a:ext uri="{FF2B5EF4-FFF2-40B4-BE49-F238E27FC236}">
                      <a16:creationId xmlns:a16="http://schemas.microsoft.com/office/drawing/2014/main" id="{A01F8DE7-341F-F591-B409-A46B7F9D65A2}"/>
                    </a:ext>
                  </a:extLst>
                </p:cNvPr>
                <p:cNvSpPr/>
                <p:nvPr userDrawn="1"/>
              </p:nvSpPr>
              <p:spPr>
                <a:xfrm>
                  <a:off x="-3304719" y="2675257"/>
                  <a:ext cx="1344885" cy="246608"/>
                </a:xfrm>
                <a:prstGeom prst="rect">
                  <a:avLst/>
                </a:prstGeom>
                <a:solidFill>
                  <a:srgbClr val="FCE4DC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l"/>
                  <a:endParaRPr lang="en-GB" sz="1000" b="1" noProof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endParaRPr>
                </a:p>
              </p:txBody>
            </p:sp>
            <p:sp>
              <p:nvSpPr>
                <p:cNvPr id="19" name="Tekstvak 18">
                  <a:extLst>
                    <a:ext uri="{FF2B5EF4-FFF2-40B4-BE49-F238E27FC236}">
                      <a16:creationId xmlns:a16="http://schemas.microsoft.com/office/drawing/2014/main" id="{A8AAB229-07B8-C7CE-21D7-A6AB1D8F6505}"/>
                    </a:ext>
                  </a:extLst>
                </p:cNvPr>
                <p:cNvSpPr txBox="1"/>
                <p:nvPr userDrawn="1"/>
              </p:nvSpPr>
              <p:spPr>
                <a:xfrm>
                  <a:off x="-3122115" y="2480234"/>
                  <a:ext cx="1116000" cy="137495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noAutofit/>
                </a:bodyPr>
                <a:lstStyle/>
                <a:p>
                  <a:pPr marL="0" algn="l" defTabSz="1217512" rtl="0" eaLnBrk="1" latinLnBrk="0" hangingPunct="1">
                    <a:lnSpc>
                      <a:spcPct val="90000"/>
                    </a:lnSpc>
                    <a:spcBef>
                      <a:spcPts val="600"/>
                    </a:spcBef>
                    <a:spcAft>
                      <a:spcPts val="600"/>
                    </a:spcAft>
                  </a:pPr>
                  <a:r>
                    <a:rPr lang="en-GB" sz="900" b="0" kern="1200" noProof="0">
                      <a:solidFill>
                        <a:srgbClr val="211F26"/>
                      </a:solidFill>
                      <a:latin typeface="Calibri" panose="020F0502020204030204" pitchFamily="34" charset="0"/>
                      <a:ea typeface="+mn-ea"/>
                      <a:cs typeface="Calibri" panose="020F0502020204030204" pitchFamily="34" charset="0"/>
                    </a:rPr>
                    <a:t>Add Trendline</a:t>
                  </a:r>
                </a:p>
              </p:txBody>
            </p:sp>
            <p:sp>
              <p:nvSpPr>
                <p:cNvPr id="20" name="Tekstvak 19">
                  <a:extLst>
                    <a:ext uri="{FF2B5EF4-FFF2-40B4-BE49-F238E27FC236}">
                      <a16:creationId xmlns:a16="http://schemas.microsoft.com/office/drawing/2014/main" id="{CBE770A8-AA3B-F19B-BAF3-D092339DA4C0}"/>
                    </a:ext>
                  </a:extLst>
                </p:cNvPr>
                <p:cNvSpPr txBox="1"/>
                <p:nvPr userDrawn="1"/>
              </p:nvSpPr>
              <p:spPr>
                <a:xfrm>
                  <a:off x="-3115841" y="2753263"/>
                  <a:ext cx="1116000" cy="108505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noAutofit/>
                </a:bodyPr>
                <a:lstStyle/>
                <a:p>
                  <a:pPr marL="0" algn="l" defTabSz="1217512" rtl="0" eaLnBrk="1" latinLnBrk="0" hangingPunct="1">
                    <a:lnSpc>
                      <a:spcPct val="90000"/>
                    </a:lnSpc>
                    <a:spcBef>
                      <a:spcPts val="600"/>
                    </a:spcBef>
                    <a:spcAft>
                      <a:spcPts val="600"/>
                    </a:spcAft>
                  </a:pPr>
                  <a:r>
                    <a:rPr lang="en-GB" sz="900" b="0" kern="1200" noProof="0">
                      <a:solidFill>
                        <a:srgbClr val="211F26"/>
                      </a:solidFill>
                      <a:latin typeface="Calibri" panose="020F0502020204030204" pitchFamily="34" charset="0"/>
                      <a:ea typeface="+mn-ea"/>
                      <a:cs typeface="Calibri" panose="020F0502020204030204" pitchFamily="34" charset="0"/>
                    </a:rPr>
                    <a:t>Format Data Series</a:t>
                  </a:r>
                </a:p>
              </p:txBody>
            </p:sp>
            <p:sp>
              <p:nvSpPr>
                <p:cNvPr id="21" name="Vrije vorm: vorm 20">
                  <a:extLst>
                    <a:ext uri="{FF2B5EF4-FFF2-40B4-BE49-F238E27FC236}">
                      <a16:creationId xmlns:a16="http://schemas.microsoft.com/office/drawing/2014/main" id="{4D1992F5-364B-A1AA-BF83-EEA478039BEB}"/>
                    </a:ext>
                  </a:extLst>
                </p:cNvPr>
                <p:cNvSpPr/>
                <p:nvPr userDrawn="1"/>
              </p:nvSpPr>
              <p:spPr>
                <a:xfrm>
                  <a:off x="-2035121" y="2833225"/>
                  <a:ext cx="97562" cy="180000"/>
                </a:xfrm>
                <a:custGeom>
                  <a:avLst/>
                  <a:gdLst>
                    <a:gd name="connsiteX0" fmla="*/ 0 w 880280"/>
                    <a:gd name="connsiteY0" fmla="*/ 0 h 1624084"/>
                    <a:gd name="connsiteX1" fmla="*/ 0 w 880280"/>
                    <a:gd name="connsiteY1" fmla="*/ 1262418 h 1624084"/>
                    <a:gd name="connsiteX2" fmla="*/ 341194 w 880280"/>
                    <a:gd name="connsiteY2" fmla="*/ 968991 h 1624084"/>
                    <a:gd name="connsiteX3" fmla="*/ 620973 w 880280"/>
                    <a:gd name="connsiteY3" fmla="*/ 1624084 h 1624084"/>
                    <a:gd name="connsiteX4" fmla="*/ 839337 w 880280"/>
                    <a:gd name="connsiteY4" fmla="*/ 1480782 h 1624084"/>
                    <a:gd name="connsiteX5" fmla="*/ 525438 w 880280"/>
                    <a:gd name="connsiteY5" fmla="*/ 928048 h 1624084"/>
                    <a:gd name="connsiteX6" fmla="*/ 511791 w 880280"/>
                    <a:gd name="connsiteY6" fmla="*/ 900753 h 1624084"/>
                    <a:gd name="connsiteX7" fmla="*/ 880280 w 880280"/>
                    <a:gd name="connsiteY7" fmla="*/ 893929 h 1624084"/>
                    <a:gd name="connsiteX8" fmla="*/ 0 w 880280"/>
                    <a:gd name="connsiteY8" fmla="*/ 0 h 1624084"/>
                    <a:gd name="connsiteX0" fmla="*/ 0 w 880280"/>
                    <a:gd name="connsiteY0" fmla="*/ 0 h 1624084"/>
                    <a:gd name="connsiteX1" fmla="*/ 0 w 880280"/>
                    <a:gd name="connsiteY1" fmla="*/ 1262418 h 1624084"/>
                    <a:gd name="connsiteX2" fmla="*/ 327546 w 880280"/>
                    <a:gd name="connsiteY2" fmla="*/ 975815 h 1624084"/>
                    <a:gd name="connsiteX3" fmla="*/ 620973 w 880280"/>
                    <a:gd name="connsiteY3" fmla="*/ 1624084 h 1624084"/>
                    <a:gd name="connsiteX4" fmla="*/ 839337 w 880280"/>
                    <a:gd name="connsiteY4" fmla="*/ 1480782 h 1624084"/>
                    <a:gd name="connsiteX5" fmla="*/ 525438 w 880280"/>
                    <a:gd name="connsiteY5" fmla="*/ 928048 h 1624084"/>
                    <a:gd name="connsiteX6" fmla="*/ 511791 w 880280"/>
                    <a:gd name="connsiteY6" fmla="*/ 900753 h 1624084"/>
                    <a:gd name="connsiteX7" fmla="*/ 880280 w 880280"/>
                    <a:gd name="connsiteY7" fmla="*/ 893929 h 1624084"/>
                    <a:gd name="connsiteX8" fmla="*/ 0 w 880280"/>
                    <a:gd name="connsiteY8" fmla="*/ 0 h 1624084"/>
                    <a:gd name="connsiteX0" fmla="*/ 0 w 880280"/>
                    <a:gd name="connsiteY0" fmla="*/ 0 h 1624084"/>
                    <a:gd name="connsiteX1" fmla="*/ 0 w 880280"/>
                    <a:gd name="connsiteY1" fmla="*/ 1262418 h 1624084"/>
                    <a:gd name="connsiteX2" fmla="*/ 300250 w 880280"/>
                    <a:gd name="connsiteY2" fmla="*/ 1003111 h 1624084"/>
                    <a:gd name="connsiteX3" fmla="*/ 620973 w 880280"/>
                    <a:gd name="connsiteY3" fmla="*/ 1624084 h 1624084"/>
                    <a:gd name="connsiteX4" fmla="*/ 839337 w 880280"/>
                    <a:gd name="connsiteY4" fmla="*/ 1480782 h 1624084"/>
                    <a:gd name="connsiteX5" fmla="*/ 525438 w 880280"/>
                    <a:gd name="connsiteY5" fmla="*/ 928048 h 1624084"/>
                    <a:gd name="connsiteX6" fmla="*/ 511791 w 880280"/>
                    <a:gd name="connsiteY6" fmla="*/ 900753 h 1624084"/>
                    <a:gd name="connsiteX7" fmla="*/ 880280 w 880280"/>
                    <a:gd name="connsiteY7" fmla="*/ 893929 h 1624084"/>
                    <a:gd name="connsiteX8" fmla="*/ 0 w 880280"/>
                    <a:gd name="connsiteY8" fmla="*/ 0 h 1624084"/>
                    <a:gd name="connsiteX0" fmla="*/ 0 w 880280"/>
                    <a:gd name="connsiteY0" fmla="*/ 0 h 1624084"/>
                    <a:gd name="connsiteX1" fmla="*/ 0 w 880280"/>
                    <a:gd name="connsiteY1" fmla="*/ 1262418 h 1624084"/>
                    <a:gd name="connsiteX2" fmla="*/ 313898 w 880280"/>
                    <a:gd name="connsiteY2" fmla="*/ 996287 h 1624084"/>
                    <a:gd name="connsiteX3" fmla="*/ 620973 w 880280"/>
                    <a:gd name="connsiteY3" fmla="*/ 1624084 h 1624084"/>
                    <a:gd name="connsiteX4" fmla="*/ 839337 w 880280"/>
                    <a:gd name="connsiteY4" fmla="*/ 1480782 h 1624084"/>
                    <a:gd name="connsiteX5" fmla="*/ 525438 w 880280"/>
                    <a:gd name="connsiteY5" fmla="*/ 928048 h 1624084"/>
                    <a:gd name="connsiteX6" fmla="*/ 511791 w 880280"/>
                    <a:gd name="connsiteY6" fmla="*/ 900753 h 1624084"/>
                    <a:gd name="connsiteX7" fmla="*/ 880280 w 880280"/>
                    <a:gd name="connsiteY7" fmla="*/ 893929 h 1624084"/>
                    <a:gd name="connsiteX8" fmla="*/ 0 w 880280"/>
                    <a:gd name="connsiteY8" fmla="*/ 0 h 1624084"/>
                    <a:gd name="connsiteX0" fmla="*/ 0 w 880280"/>
                    <a:gd name="connsiteY0" fmla="*/ 0 h 1624084"/>
                    <a:gd name="connsiteX1" fmla="*/ 0 w 880280"/>
                    <a:gd name="connsiteY1" fmla="*/ 1262418 h 1624084"/>
                    <a:gd name="connsiteX2" fmla="*/ 313898 w 880280"/>
                    <a:gd name="connsiteY2" fmla="*/ 996287 h 1624084"/>
                    <a:gd name="connsiteX3" fmla="*/ 620973 w 880280"/>
                    <a:gd name="connsiteY3" fmla="*/ 1624084 h 1624084"/>
                    <a:gd name="connsiteX4" fmla="*/ 839337 w 880280"/>
                    <a:gd name="connsiteY4" fmla="*/ 1480782 h 1624084"/>
                    <a:gd name="connsiteX5" fmla="*/ 511791 w 880280"/>
                    <a:gd name="connsiteY5" fmla="*/ 900753 h 1624084"/>
                    <a:gd name="connsiteX6" fmla="*/ 880280 w 880280"/>
                    <a:gd name="connsiteY6" fmla="*/ 893929 h 1624084"/>
                    <a:gd name="connsiteX7" fmla="*/ 0 w 880280"/>
                    <a:gd name="connsiteY7" fmla="*/ 0 h 1624084"/>
                    <a:gd name="connsiteX0" fmla="*/ 0 w 880280"/>
                    <a:gd name="connsiteY0" fmla="*/ 0 h 1624084"/>
                    <a:gd name="connsiteX1" fmla="*/ 0 w 880280"/>
                    <a:gd name="connsiteY1" fmla="*/ 1262418 h 1624084"/>
                    <a:gd name="connsiteX2" fmla="*/ 313898 w 880280"/>
                    <a:gd name="connsiteY2" fmla="*/ 996287 h 1624084"/>
                    <a:gd name="connsiteX3" fmla="*/ 620973 w 880280"/>
                    <a:gd name="connsiteY3" fmla="*/ 1624084 h 1624084"/>
                    <a:gd name="connsiteX4" fmla="*/ 839337 w 880280"/>
                    <a:gd name="connsiteY4" fmla="*/ 1480782 h 1624084"/>
                    <a:gd name="connsiteX5" fmla="*/ 498144 w 880280"/>
                    <a:gd name="connsiteY5" fmla="*/ 900753 h 1624084"/>
                    <a:gd name="connsiteX6" fmla="*/ 880280 w 880280"/>
                    <a:gd name="connsiteY6" fmla="*/ 893929 h 1624084"/>
                    <a:gd name="connsiteX7" fmla="*/ 0 w 880280"/>
                    <a:gd name="connsiteY7" fmla="*/ 0 h 16240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</a:cxnLst>
                  <a:rect l="l" t="t" r="r" b="b"/>
                  <a:pathLst>
                    <a:path w="880280" h="1624084">
                      <a:moveTo>
                        <a:pt x="0" y="0"/>
                      </a:moveTo>
                      <a:lnTo>
                        <a:pt x="0" y="1262418"/>
                      </a:lnTo>
                      <a:lnTo>
                        <a:pt x="313898" y="996287"/>
                      </a:lnTo>
                      <a:lnTo>
                        <a:pt x="620973" y="1624084"/>
                      </a:lnTo>
                      <a:lnTo>
                        <a:pt x="839337" y="1480782"/>
                      </a:lnTo>
                      <a:lnTo>
                        <a:pt x="498144" y="900753"/>
                      </a:lnTo>
                      <a:lnTo>
                        <a:pt x="880280" y="893929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chemeClr val="bg1"/>
                </a:solidFill>
                <a:ln>
                  <a:solidFill>
                    <a:srgbClr val="000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180000" tIns="180000" rIns="180000" bIns="180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>
                    <a:lnSpc>
                      <a:spcPct val="90000"/>
                    </a:lnSpc>
                    <a:spcBef>
                      <a:spcPts val="600"/>
                    </a:spcBef>
                    <a:spcAft>
                      <a:spcPts val="600"/>
                    </a:spcAft>
                  </a:pPr>
                  <a:endParaRPr lang="en-GB" sz="1600" cap="all" baseline="0" noProof="0">
                    <a:latin typeface="Calibri" panose="020F0502020204030204" pitchFamily="34" charset="0"/>
                    <a:cs typeface="Calibri" panose="020F0502020204030204" pitchFamily="34" charset="0"/>
                  </a:endParaRPr>
                </a:p>
              </p:txBody>
            </p:sp>
            <p:grpSp>
              <p:nvGrpSpPr>
                <p:cNvPr id="22" name="Groep 21">
                  <a:extLst>
                    <a:ext uri="{FF2B5EF4-FFF2-40B4-BE49-F238E27FC236}">
                      <a16:creationId xmlns:a16="http://schemas.microsoft.com/office/drawing/2014/main" id="{81D43394-7465-F780-625C-2049EF0FBBD2}"/>
                    </a:ext>
                  </a:extLst>
                </p:cNvPr>
                <p:cNvGrpSpPr/>
                <p:nvPr userDrawn="1"/>
              </p:nvGrpSpPr>
              <p:grpSpPr>
                <a:xfrm>
                  <a:off x="-3258488" y="2718400"/>
                  <a:ext cx="225663" cy="229638"/>
                  <a:chOff x="-3258488" y="2713782"/>
                  <a:chExt cx="225663" cy="229638"/>
                </a:xfrm>
              </p:grpSpPr>
              <p:sp>
                <p:nvSpPr>
                  <p:cNvPr id="26" name="Rechthoek 25">
                    <a:extLst>
                      <a:ext uri="{FF2B5EF4-FFF2-40B4-BE49-F238E27FC236}">
                        <a16:creationId xmlns:a16="http://schemas.microsoft.com/office/drawing/2014/main" id="{48686A95-5633-4F92-4103-8B63ADA8D700}"/>
                      </a:ext>
                    </a:extLst>
                  </p:cNvPr>
                  <p:cNvSpPr/>
                  <p:nvPr userDrawn="1"/>
                </p:nvSpPr>
                <p:spPr>
                  <a:xfrm>
                    <a:off x="-3245249" y="2761416"/>
                    <a:ext cx="43200" cy="104609"/>
                  </a:xfrm>
                  <a:prstGeom prst="rect">
                    <a:avLst/>
                  </a:prstGeom>
                  <a:solidFill>
                    <a:srgbClr val="4D82B8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lvl="0" algn="ctr"/>
                    <a:endParaRPr lang="en-GB" sz="2000" noProof="0">
                      <a:solidFill>
                        <a:srgbClr val="211F26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endParaRPr>
                  </a:p>
                </p:txBody>
              </p:sp>
              <p:sp>
                <p:nvSpPr>
                  <p:cNvPr id="27" name="Rechthoek 26">
                    <a:extLst>
                      <a:ext uri="{FF2B5EF4-FFF2-40B4-BE49-F238E27FC236}">
                        <a16:creationId xmlns:a16="http://schemas.microsoft.com/office/drawing/2014/main" id="{2EED59AE-5793-247D-22EE-99445C5AC390}"/>
                      </a:ext>
                    </a:extLst>
                  </p:cNvPr>
                  <p:cNvSpPr/>
                  <p:nvPr userDrawn="1"/>
                </p:nvSpPr>
                <p:spPr>
                  <a:xfrm>
                    <a:off x="-3199591" y="2713782"/>
                    <a:ext cx="43200" cy="152244"/>
                  </a:xfrm>
                  <a:prstGeom prst="rect">
                    <a:avLst/>
                  </a:prstGeom>
                  <a:solidFill>
                    <a:srgbClr val="EDC87E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lvl="0" algn="ctr"/>
                    <a:endParaRPr lang="en-GB" sz="2000" noProof="0">
                      <a:solidFill>
                        <a:srgbClr val="211F26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endParaRPr>
                  </a:p>
                </p:txBody>
              </p:sp>
              <p:sp>
                <p:nvSpPr>
                  <p:cNvPr id="28" name="Rechthoek 27">
                    <a:extLst>
                      <a:ext uri="{FF2B5EF4-FFF2-40B4-BE49-F238E27FC236}">
                        <a16:creationId xmlns:a16="http://schemas.microsoft.com/office/drawing/2014/main" id="{292B9951-969D-2933-55CF-C20C8A85D3B8}"/>
                      </a:ext>
                    </a:extLst>
                  </p:cNvPr>
                  <p:cNvSpPr/>
                  <p:nvPr userDrawn="1"/>
                </p:nvSpPr>
                <p:spPr>
                  <a:xfrm>
                    <a:off x="-3152134" y="2747679"/>
                    <a:ext cx="43200" cy="118347"/>
                  </a:xfrm>
                  <a:prstGeom prst="rect">
                    <a:avLst/>
                  </a:prstGeom>
                  <a:solidFill>
                    <a:srgbClr val="808080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lvl="0" algn="ctr"/>
                    <a:endParaRPr lang="en-GB" sz="2000" noProof="0">
                      <a:solidFill>
                        <a:srgbClr val="211F26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endParaRPr>
                  </a:p>
                </p:txBody>
              </p:sp>
              <p:sp>
                <p:nvSpPr>
                  <p:cNvPr id="29" name="Rechthoek 282">
                    <a:extLst>
                      <a:ext uri="{FF2B5EF4-FFF2-40B4-BE49-F238E27FC236}">
                        <a16:creationId xmlns:a16="http://schemas.microsoft.com/office/drawing/2014/main" id="{24A0D8CC-21F9-7BAE-D8E7-F39F888BE809}"/>
                      </a:ext>
                    </a:extLst>
                  </p:cNvPr>
                  <p:cNvSpPr/>
                  <p:nvPr userDrawn="1"/>
                </p:nvSpPr>
                <p:spPr>
                  <a:xfrm rot="19731948">
                    <a:off x="-3258488" y="2796616"/>
                    <a:ext cx="225663" cy="146804"/>
                  </a:xfrm>
                  <a:custGeom>
                    <a:avLst/>
                    <a:gdLst>
                      <a:gd name="connsiteX0" fmla="*/ 0 w 205092"/>
                      <a:gd name="connsiteY0" fmla="*/ 0 h 73844"/>
                      <a:gd name="connsiteX1" fmla="*/ 205092 w 205092"/>
                      <a:gd name="connsiteY1" fmla="*/ 0 h 73844"/>
                      <a:gd name="connsiteX2" fmla="*/ 205092 w 205092"/>
                      <a:gd name="connsiteY2" fmla="*/ 73844 h 73844"/>
                      <a:gd name="connsiteX3" fmla="*/ 0 w 205092"/>
                      <a:gd name="connsiteY3" fmla="*/ 73844 h 73844"/>
                      <a:gd name="connsiteX4" fmla="*/ 0 w 205092"/>
                      <a:gd name="connsiteY4" fmla="*/ 0 h 73844"/>
                      <a:gd name="connsiteX0" fmla="*/ 0 w 205092"/>
                      <a:gd name="connsiteY0" fmla="*/ 0 h 121600"/>
                      <a:gd name="connsiteX1" fmla="*/ 205092 w 205092"/>
                      <a:gd name="connsiteY1" fmla="*/ 0 h 121600"/>
                      <a:gd name="connsiteX2" fmla="*/ 187772 w 205092"/>
                      <a:gd name="connsiteY2" fmla="*/ 121600 h 121600"/>
                      <a:gd name="connsiteX3" fmla="*/ 0 w 205092"/>
                      <a:gd name="connsiteY3" fmla="*/ 73844 h 121600"/>
                      <a:gd name="connsiteX4" fmla="*/ 0 w 205092"/>
                      <a:gd name="connsiteY4" fmla="*/ 0 h 121600"/>
                      <a:gd name="connsiteX0" fmla="*/ 0 w 205092"/>
                      <a:gd name="connsiteY0" fmla="*/ 0 h 121600"/>
                      <a:gd name="connsiteX1" fmla="*/ 205092 w 205092"/>
                      <a:gd name="connsiteY1" fmla="*/ 0 h 121600"/>
                      <a:gd name="connsiteX2" fmla="*/ 187772 w 205092"/>
                      <a:gd name="connsiteY2" fmla="*/ 121600 h 121600"/>
                      <a:gd name="connsiteX3" fmla="*/ 3148 w 205092"/>
                      <a:gd name="connsiteY3" fmla="*/ 65161 h 121600"/>
                      <a:gd name="connsiteX4" fmla="*/ 0 w 205092"/>
                      <a:gd name="connsiteY4" fmla="*/ 0 h 121600"/>
                      <a:gd name="connsiteX0" fmla="*/ 13407 w 218499"/>
                      <a:gd name="connsiteY0" fmla="*/ 0 h 121600"/>
                      <a:gd name="connsiteX1" fmla="*/ 218499 w 218499"/>
                      <a:gd name="connsiteY1" fmla="*/ 0 h 121600"/>
                      <a:gd name="connsiteX2" fmla="*/ 201179 w 218499"/>
                      <a:gd name="connsiteY2" fmla="*/ 121600 h 121600"/>
                      <a:gd name="connsiteX3" fmla="*/ 0 w 218499"/>
                      <a:gd name="connsiteY3" fmla="*/ 38976 h 121600"/>
                      <a:gd name="connsiteX4" fmla="*/ 13407 w 218499"/>
                      <a:gd name="connsiteY4" fmla="*/ 0 h 121600"/>
                      <a:gd name="connsiteX0" fmla="*/ 13407 w 218499"/>
                      <a:gd name="connsiteY0" fmla="*/ 0 h 134944"/>
                      <a:gd name="connsiteX1" fmla="*/ 218499 w 218499"/>
                      <a:gd name="connsiteY1" fmla="*/ 0 h 134944"/>
                      <a:gd name="connsiteX2" fmla="*/ 160746 w 218499"/>
                      <a:gd name="connsiteY2" fmla="*/ 134944 h 134944"/>
                      <a:gd name="connsiteX3" fmla="*/ 0 w 218499"/>
                      <a:gd name="connsiteY3" fmla="*/ 38976 h 134944"/>
                      <a:gd name="connsiteX4" fmla="*/ 13407 w 218499"/>
                      <a:gd name="connsiteY4" fmla="*/ 0 h 134944"/>
                      <a:gd name="connsiteX0" fmla="*/ 13407 w 225663"/>
                      <a:gd name="connsiteY0" fmla="*/ 11860 h 146804"/>
                      <a:gd name="connsiteX1" fmla="*/ 225663 w 225663"/>
                      <a:gd name="connsiteY1" fmla="*/ 0 h 146804"/>
                      <a:gd name="connsiteX2" fmla="*/ 160746 w 225663"/>
                      <a:gd name="connsiteY2" fmla="*/ 146804 h 146804"/>
                      <a:gd name="connsiteX3" fmla="*/ 0 w 225663"/>
                      <a:gd name="connsiteY3" fmla="*/ 50836 h 146804"/>
                      <a:gd name="connsiteX4" fmla="*/ 13407 w 225663"/>
                      <a:gd name="connsiteY4" fmla="*/ 11860 h 146804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225663" h="146804">
                        <a:moveTo>
                          <a:pt x="13407" y="11860"/>
                        </a:moveTo>
                        <a:lnTo>
                          <a:pt x="225663" y="0"/>
                        </a:lnTo>
                        <a:lnTo>
                          <a:pt x="160746" y="146804"/>
                        </a:lnTo>
                        <a:lnTo>
                          <a:pt x="0" y="50836"/>
                        </a:lnTo>
                        <a:lnTo>
                          <a:pt x="13407" y="11860"/>
                        </a:lnTo>
                        <a:close/>
                      </a:path>
                    </a:pathLst>
                  </a:custGeom>
                  <a:solidFill>
                    <a:srgbClr val="FCE4DC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="horz" wrap="square" lIns="0" tIns="0" rIns="0" bIns="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lvl="0"/>
                    <a:endParaRPr lang="en-GB" sz="1000" b="1" err="1">
                      <a:solidFill>
                        <a:srgbClr val="211F26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endParaRPr>
                  </a:p>
                </p:txBody>
              </p:sp>
            </p:grpSp>
            <p:grpSp>
              <p:nvGrpSpPr>
                <p:cNvPr id="23" name="Groep 22">
                  <a:extLst>
                    <a:ext uri="{FF2B5EF4-FFF2-40B4-BE49-F238E27FC236}">
                      <a16:creationId xmlns:a16="http://schemas.microsoft.com/office/drawing/2014/main" id="{1C06E203-D7C6-F1DC-D055-C5898F3E8459}"/>
                    </a:ext>
                  </a:extLst>
                </p:cNvPr>
                <p:cNvGrpSpPr/>
                <p:nvPr userDrawn="1"/>
              </p:nvGrpSpPr>
              <p:grpSpPr>
                <a:xfrm>
                  <a:off x="-3219980" y="2771792"/>
                  <a:ext cx="140241" cy="116552"/>
                  <a:chOff x="-2608640" y="2891109"/>
                  <a:chExt cx="309118" cy="261993"/>
                </a:xfrm>
              </p:grpSpPr>
              <p:sp>
                <p:nvSpPr>
                  <p:cNvPr id="24" name="Vrije vorm: vorm 23">
                    <a:extLst>
                      <a:ext uri="{FF2B5EF4-FFF2-40B4-BE49-F238E27FC236}">
                        <a16:creationId xmlns:a16="http://schemas.microsoft.com/office/drawing/2014/main" id="{48E01D86-B451-04DD-0A0E-70FC18279310}"/>
                      </a:ext>
                    </a:extLst>
                  </p:cNvPr>
                  <p:cNvSpPr/>
                  <p:nvPr userDrawn="1"/>
                </p:nvSpPr>
                <p:spPr>
                  <a:xfrm rot="513866">
                    <a:off x="-2465317" y="2891109"/>
                    <a:ext cx="165795" cy="200435"/>
                  </a:xfrm>
                  <a:custGeom>
                    <a:avLst/>
                    <a:gdLst>
                      <a:gd name="connsiteX0" fmla="*/ 0 w 147782"/>
                      <a:gd name="connsiteY0" fmla="*/ 184728 h 221673"/>
                      <a:gd name="connsiteX1" fmla="*/ 147782 w 147782"/>
                      <a:gd name="connsiteY1" fmla="*/ 0 h 221673"/>
                      <a:gd name="connsiteX2" fmla="*/ 92363 w 147782"/>
                      <a:gd name="connsiteY2" fmla="*/ 221673 h 221673"/>
                      <a:gd name="connsiteX3" fmla="*/ 0 w 147782"/>
                      <a:gd name="connsiteY3" fmla="*/ 184728 h 221673"/>
                      <a:gd name="connsiteX0" fmla="*/ 0 w 180109"/>
                      <a:gd name="connsiteY0" fmla="*/ 166255 h 203200"/>
                      <a:gd name="connsiteX1" fmla="*/ 180109 w 180109"/>
                      <a:gd name="connsiteY1" fmla="*/ 0 h 203200"/>
                      <a:gd name="connsiteX2" fmla="*/ 92363 w 180109"/>
                      <a:gd name="connsiteY2" fmla="*/ 203200 h 203200"/>
                      <a:gd name="connsiteX3" fmla="*/ 0 w 180109"/>
                      <a:gd name="connsiteY3" fmla="*/ 166255 h 203200"/>
                      <a:gd name="connsiteX0" fmla="*/ 0 w 182213"/>
                      <a:gd name="connsiteY0" fmla="*/ 166453 h 203398"/>
                      <a:gd name="connsiteX1" fmla="*/ 180109 w 182213"/>
                      <a:gd name="connsiteY1" fmla="*/ 198 h 203398"/>
                      <a:gd name="connsiteX2" fmla="*/ 92363 w 182213"/>
                      <a:gd name="connsiteY2" fmla="*/ 203398 h 203398"/>
                      <a:gd name="connsiteX3" fmla="*/ 0 w 182213"/>
                      <a:gd name="connsiteY3" fmla="*/ 166453 h 203398"/>
                      <a:gd name="connsiteX0" fmla="*/ 0 w 186034"/>
                      <a:gd name="connsiteY0" fmla="*/ 168058 h 205003"/>
                      <a:gd name="connsiteX1" fmla="*/ 180109 w 186034"/>
                      <a:gd name="connsiteY1" fmla="*/ 1803 h 205003"/>
                      <a:gd name="connsiteX2" fmla="*/ 92363 w 186034"/>
                      <a:gd name="connsiteY2" fmla="*/ 205003 h 205003"/>
                      <a:gd name="connsiteX3" fmla="*/ 0 w 186034"/>
                      <a:gd name="connsiteY3" fmla="*/ 168058 h 205003"/>
                      <a:gd name="connsiteX0" fmla="*/ 0 w 163074"/>
                      <a:gd name="connsiteY0" fmla="*/ 161895 h 203458"/>
                      <a:gd name="connsiteX1" fmla="*/ 161637 w 163074"/>
                      <a:gd name="connsiteY1" fmla="*/ 258 h 203458"/>
                      <a:gd name="connsiteX2" fmla="*/ 73891 w 163074"/>
                      <a:gd name="connsiteY2" fmla="*/ 203458 h 203458"/>
                      <a:gd name="connsiteX3" fmla="*/ 0 w 163074"/>
                      <a:gd name="connsiteY3" fmla="*/ 161895 h 203458"/>
                      <a:gd name="connsiteX0" fmla="*/ 0 w 162654"/>
                      <a:gd name="connsiteY0" fmla="*/ 161843 h 198788"/>
                      <a:gd name="connsiteX1" fmla="*/ 161637 w 162654"/>
                      <a:gd name="connsiteY1" fmla="*/ 206 h 198788"/>
                      <a:gd name="connsiteX2" fmla="*/ 64654 w 162654"/>
                      <a:gd name="connsiteY2" fmla="*/ 198788 h 198788"/>
                      <a:gd name="connsiteX3" fmla="*/ 0 w 162654"/>
                      <a:gd name="connsiteY3" fmla="*/ 161843 h 198788"/>
                      <a:gd name="connsiteX0" fmla="*/ 0 w 165794"/>
                      <a:gd name="connsiteY0" fmla="*/ 163491 h 200436"/>
                      <a:gd name="connsiteX1" fmla="*/ 161637 w 165794"/>
                      <a:gd name="connsiteY1" fmla="*/ 1854 h 200436"/>
                      <a:gd name="connsiteX2" fmla="*/ 64654 w 165794"/>
                      <a:gd name="connsiteY2" fmla="*/ 200436 h 200436"/>
                      <a:gd name="connsiteX3" fmla="*/ 0 w 165794"/>
                      <a:gd name="connsiteY3" fmla="*/ 163491 h 20043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</a:cxnLst>
                    <a:rect l="l" t="t" r="r" b="b"/>
                    <a:pathLst>
                      <a:path w="165794" h="200436">
                        <a:moveTo>
                          <a:pt x="0" y="163491"/>
                        </a:moveTo>
                        <a:cubicBezTo>
                          <a:pt x="14624" y="129624"/>
                          <a:pt x="137006" y="-18157"/>
                          <a:pt x="161637" y="1854"/>
                        </a:cubicBezTo>
                        <a:cubicBezTo>
                          <a:pt x="186268" y="21865"/>
                          <a:pt x="94672" y="172727"/>
                          <a:pt x="64654" y="200436"/>
                        </a:cubicBezTo>
                        <a:lnTo>
                          <a:pt x="0" y="163491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 w="9525">
                    <a:solidFill>
                      <a:srgbClr val="3F3E3C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180000" tIns="180000" rIns="180000" bIns="180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>
                      <a:lnSpc>
                        <a:spcPct val="90000"/>
                      </a:lnSpc>
                      <a:spcBef>
                        <a:spcPts val="600"/>
                      </a:spcBef>
                      <a:spcAft>
                        <a:spcPts val="600"/>
                      </a:spcAft>
                    </a:pPr>
                    <a:endParaRPr lang="en-GB" sz="1600" cap="all" baseline="0" err="1">
                      <a:latin typeface="+mj-lt"/>
                    </a:endParaRPr>
                  </a:p>
                </p:txBody>
              </p:sp>
              <p:sp>
                <p:nvSpPr>
                  <p:cNvPr id="25" name="Vrije vorm: vorm 24">
                    <a:extLst>
                      <a:ext uri="{FF2B5EF4-FFF2-40B4-BE49-F238E27FC236}">
                        <a16:creationId xmlns:a16="http://schemas.microsoft.com/office/drawing/2014/main" id="{7924C626-1261-4B06-A851-7075F28E6DFD}"/>
                      </a:ext>
                    </a:extLst>
                  </p:cNvPr>
                  <p:cNvSpPr/>
                  <p:nvPr userDrawn="1"/>
                </p:nvSpPr>
                <p:spPr>
                  <a:xfrm rot="513866">
                    <a:off x="-2608640" y="3034770"/>
                    <a:ext cx="207309" cy="118332"/>
                  </a:xfrm>
                  <a:custGeom>
                    <a:avLst/>
                    <a:gdLst>
                      <a:gd name="connsiteX0" fmla="*/ 0 w 138545"/>
                      <a:gd name="connsiteY0" fmla="*/ 78509 h 87746"/>
                      <a:gd name="connsiteX1" fmla="*/ 73891 w 138545"/>
                      <a:gd name="connsiteY1" fmla="*/ 87746 h 87746"/>
                      <a:gd name="connsiteX2" fmla="*/ 138545 w 138545"/>
                      <a:gd name="connsiteY2" fmla="*/ 27709 h 87746"/>
                      <a:gd name="connsiteX3" fmla="*/ 96981 w 138545"/>
                      <a:gd name="connsiteY3" fmla="*/ 0 h 87746"/>
                      <a:gd name="connsiteX4" fmla="*/ 46181 w 138545"/>
                      <a:gd name="connsiteY4" fmla="*/ 41564 h 87746"/>
                      <a:gd name="connsiteX5" fmla="*/ 0 w 138545"/>
                      <a:gd name="connsiteY5" fmla="*/ 78509 h 87746"/>
                      <a:gd name="connsiteX0" fmla="*/ 0 w 138545"/>
                      <a:gd name="connsiteY0" fmla="*/ 78509 h 87746"/>
                      <a:gd name="connsiteX1" fmla="*/ 73891 w 138545"/>
                      <a:gd name="connsiteY1" fmla="*/ 87746 h 87746"/>
                      <a:gd name="connsiteX2" fmla="*/ 138545 w 138545"/>
                      <a:gd name="connsiteY2" fmla="*/ 27709 h 87746"/>
                      <a:gd name="connsiteX3" fmla="*/ 96981 w 138545"/>
                      <a:gd name="connsiteY3" fmla="*/ 0 h 87746"/>
                      <a:gd name="connsiteX4" fmla="*/ 0 w 138545"/>
                      <a:gd name="connsiteY4" fmla="*/ 78509 h 87746"/>
                      <a:gd name="connsiteX0" fmla="*/ 0 w 138545"/>
                      <a:gd name="connsiteY0" fmla="*/ 78509 h 87746"/>
                      <a:gd name="connsiteX1" fmla="*/ 73891 w 138545"/>
                      <a:gd name="connsiteY1" fmla="*/ 87746 h 87746"/>
                      <a:gd name="connsiteX2" fmla="*/ 138545 w 138545"/>
                      <a:gd name="connsiteY2" fmla="*/ 27709 h 87746"/>
                      <a:gd name="connsiteX3" fmla="*/ 96981 w 138545"/>
                      <a:gd name="connsiteY3" fmla="*/ 0 h 87746"/>
                      <a:gd name="connsiteX4" fmla="*/ 0 w 138545"/>
                      <a:gd name="connsiteY4" fmla="*/ 78509 h 87746"/>
                      <a:gd name="connsiteX0" fmla="*/ 0 w 138545"/>
                      <a:gd name="connsiteY0" fmla="*/ 78509 h 88052"/>
                      <a:gd name="connsiteX1" fmla="*/ 73891 w 138545"/>
                      <a:gd name="connsiteY1" fmla="*/ 87746 h 88052"/>
                      <a:gd name="connsiteX2" fmla="*/ 138545 w 138545"/>
                      <a:gd name="connsiteY2" fmla="*/ 27709 h 88052"/>
                      <a:gd name="connsiteX3" fmla="*/ 96981 w 138545"/>
                      <a:gd name="connsiteY3" fmla="*/ 0 h 88052"/>
                      <a:gd name="connsiteX4" fmla="*/ 0 w 138545"/>
                      <a:gd name="connsiteY4" fmla="*/ 78509 h 88052"/>
                      <a:gd name="connsiteX0" fmla="*/ 188 w 138733"/>
                      <a:gd name="connsiteY0" fmla="*/ 78509 h 97514"/>
                      <a:gd name="connsiteX1" fmla="*/ 74079 w 138733"/>
                      <a:gd name="connsiteY1" fmla="*/ 87746 h 97514"/>
                      <a:gd name="connsiteX2" fmla="*/ 138733 w 138733"/>
                      <a:gd name="connsiteY2" fmla="*/ 27709 h 97514"/>
                      <a:gd name="connsiteX3" fmla="*/ 97169 w 138733"/>
                      <a:gd name="connsiteY3" fmla="*/ 0 h 97514"/>
                      <a:gd name="connsiteX4" fmla="*/ 188 w 138733"/>
                      <a:gd name="connsiteY4" fmla="*/ 78509 h 97514"/>
                      <a:gd name="connsiteX0" fmla="*/ 167 w 138712"/>
                      <a:gd name="connsiteY0" fmla="*/ 78509 h 91707"/>
                      <a:gd name="connsiteX1" fmla="*/ 74058 w 138712"/>
                      <a:gd name="connsiteY1" fmla="*/ 87746 h 91707"/>
                      <a:gd name="connsiteX2" fmla="*/ 138712 w 138712"/>
                      <a:gd name="connsiteY2" fmla="*/ 27709 h 91707"/>
                      <a:gd name="connsiteX3" fmla="*/ 97148 w 138712"/>
                      <a:gd name="connsiteY3" fmla="*/ 0 h 91707"/>
                      <a:gd name="connsiteX4" fmla="*/ 167 w 138712"/>
                      <a:gd name="connsiteY4" fmla="*/ 78509 h 91707"/>
                      <a:gd name="connsiteX0" fmla="*/ 167 w 138712"/>
                      <a:gd name="connsiteY0" fmla="*/ 78509 h 91707"/>
                      <a:gd name="connsiteX1" fmla="*/ 74058 w 138712"/>
                      <a:gd name="connsiteY1" fmla="*/ 87746 h 91707"/>
                      <a:gd name="connsiteX2" fmla="*/ 138712 w 138712"/>
                      <a:gd name="connsiteY2" fmla="*/ 27709 h 91707"/>
                      <a:gd name="connsiteX3" fmla="*/ 97148 w 138712"/>
                      <a:gd name="connsiteY3" fmla="*/ 0 h 91707"/>
                      <a:gd name="connsiteX4" fmla="*/ 167 w 138712"/>
                      <a:gd name="connsiteY4" fmla="*/ 78509 h 91707"/>
                      <a:gd name="connsiteX0" fmla="*/ 167 w 138712"/>
                      <a:gd name="connsiteY0" fmla="*/ 78509 h 91707"/>
                      <a:gd name="connsiteX1" fmla="*/ 74058 w 138712"/>
                      <a:gd name="connsiteY1" fmla="*/ 87746 h 91707"/>
                      <a:gd name="connsiteX2" fmla="*/ 138712 w 138712"/>
                      <a:gd name="connsiteY2" fmla="*/ 27709 h 91707"/>
                      <a:gd name="connsiteX3" fmla="*/ 97148 w 138712"/>
                      <a:gd name="connsiteY3" fmla="*/ 0 h 91707"/>
                      <a:gd name="connsiteX4" fmla="*/ 167 w 138712"/>
                      <a:gd name="connsiteY4" fmla="*/ 78509 h 91707"/>
                      <a:gd name="connsiteX0" fmla="*/ 167 w 139150"/>
                      <a:gd name="connsiteY0" fmla="*/ 78509 h 91707"/>
                      <a:gd name="connsiteX1" fmla="*/ 74058 w 139150"/>
                      <a:gd name="connsiteY1" fmla="*/ 87746 h 91707"/>
                      <a:gd name="connsiteX2" fmla="*/ 138712 w 139150"/>
                      <a:gd name="connsiteY2" fmla="*/ 27709 h 91707"/>
                      <a:gd name="connsiteX3" fmla="*/ 97148 w 139150"/>
                      <a:gd name="connsiteY3" fmla="*/ 0 h 91707"/>
                      <a:gd name="connsiteX4" fmla="*/ 167 w 139150"/>
                      <a:gd name="connsiteY4" fmla="*/ 78509 h 91707"/>
                      <a:gd name="connsiteX0" fmla="*/ 167 w 139150"/>
                      <a:gd name="connsiteY0" fmla="*/ 87626 h 100824"/>
                      <a:gd name="connsiteX1" fmla="*/ 74058 w 139150"/>
                      <a:gd name="connsiteY1" fmla="*/ 96863 h 100824"/>
                      <a:gd name="connsiteX2" fmla="*/ 138712 w 139150"/>
                      <a:gd name="connsiteY2" fmla="*/ 36826 h 100824"/>
                      <a:gd name="connsiteX3" fmla="*/ 97148 w 139150"/>
                      <a:gd name="connsiteY3" fmla="*/ 9117 h 100824"/>
                      <a:gd name="connsiteX4" fmla="*/ 167 w 139150"/>
                      <a:gd name="connsiteY4" fmla="*/ 87626 h 100824"/>
                      <a:gd name="connsiteX0" fmla="*/ 167 w 139150"/>
                      <a:gd name="connsiteY0" fmla="*/ 79509 h 92707"/>
                      <a:gd name="connsiteX1" fmla="*/ 74058 w 139150"/>
                      <a:gd name="connsiteY1" fmla="*/ 88746 h 92707"/>
                      <a:gd name="connsiteX2" fmla="*/ 138712 w 139150"/>
                      <a:gd name="connsiteY2" fmla="*/ 28709 h 92707"/>
                      <a:gd name="connsiteX3" fmla="*/ 97148 w 139150"/>
                      <a:gd name="connsiteY3" fmla="*/ 1000 h 92707"/>
                      <a:gd name="connsiteX4" fmla="*/ 167 w 139150"/>
                      <a:gd name="connsiteY4" fmla="*/ 79509 h 92707"/>
                      <a:gd name="connsiteX0" fmla="*/ 167 w 138974"/>
                      <a:gd name="connsiteY0" fmla="*/ 71888 h 85086"/>
                      <a:gd name="connsiteX1" fmla="*/ 74058 w 138974"/>
                      <a:gd name="connsiteY1" fmla="*/ 81125 h 85086"/>
                      <a:gd name="connsiteX2" fmla="*/ 138712 w 138974"/>
                      <a:gd name="connsiteY2" fmla="*/ 21088 h 85086"/>
                      <a:gd name="connsiteX3" fmla="*/ 91899 w 138974"/>
                      <a:gd name="connsiteY3" fmla="*/ 1252 h 85086"/>
                      <a:gd name="connsiteX4" fmla="*/ 167 w 138974"/>
                      <a:gd name="connsiteY4" fmla="*/ 71888 h 85086"/>
                      <a:gd name="connsiteX0" fmla="*/ 278 w 118032"/>
                      <a:gd name="connsiteY0" fmla="*/ 56375 h 82581"/>
                      <a:gd name="connsiteX1" fmla="*/ 53174 w 118032"/>
                      <a:gd name="connsiteY1" fmla="*/ 81359 h 82581"/>
                      <a:gd name="connsiteX2" fmla="*/ 117828 w 118032"/>
                      <a:gd name="connsiteY2" fmla="*/ 21322 h 82581"/>
                      <a:gd name="connsiteX3" fmla="*/ 71015 w 118032"/>
                      <a:gd name="connsiteY3" fmla="*/ 1486 h 82581"/>
                      <a:gd name="connsiteX4" fmla="*/ 278 w 118032"/>
                      <a:gd name="connsiteY4" fmla="*/ 56375 h 82581"/>
                      <a:gd name="connsiteX0" fmla="*/ 220 w 117808"/>
                      <a:gd name="connsiteY0" fmla="*/ 56172 h 67245"/>
                      <a:gd name="connsiteX1" fmla="*/ 63614 w 117808"/>
                      <a:gd name="connsiteY1" fmla="*/ 62785 h 67245"/>
                      <a:gd name="connsiteX2" fmla="*/ 117770 w 117808"/>
                      <a:gd name="connsiteY2" fmla="*/ 21119 h 67245"/>
                      <a:gd name="connsiteX3" fmla="*/ 70957 w 117808"/>
                      <a:gd name="connsiteY3" fmla="*/ 1283 h 67245"/>
                      <a:gd name="connsiteX4" fmla="*/ 220 w 117808"/>
                      <a:gd name="connsiteY4" fmla="*/ 56172 h 6724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17808" h="67245">
                        <a:moveTo>
                          <a:pt x="220" y="56172"/>
                        </a:moveTo>
                        <a:cubicBezTo>
                          <a:pt x="-3628" y="70796"/>
                          <a:pt x="44022" y="68627"/>
                          <a:pt x="63614" y="62785"/>
                        </a:cubicBezTo>
                        <a:cubicBezTo>
                          <a:pt x="83206" y="56943"/>
                          <a:pt x="116546" y="31369"/>
                          <a:pt x="117770" y="21119"/>
                        </a:cubicBezTo>
                        <a:cubicBezTo>
                          <a:pt x="118994" y="10869"/>
                          <a:pt x="90549" y="-4559"/>
                          <a:pt x="70957" y="1283"/>
                        </a:cubicBezTo>
                        <a:cubicBezTo>
                          <a:pt x="51365" y="7125"/>
                          <a:pt x="61415" y="48373"/>
                          <a:pt x="220" y="56172"/>
                        </a:cubicBezTo>
                        <a:close/>
                      </a:path>
                    </a:pathLst>
                  </a:custGeom>
                  <a:solidFill>
                    <a:srgbClr val="8AC3EF"/>
                  </a:solidFill>
                  <a:ln w="9525">
                    <a:solidFill>
                      <a:srgbClr val="307EBD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180000" tIns="180000" rIns="180000" bIns="18000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>
                      <a:lnSpc>
                        <a:spcPct val="90000"/>
                      </a:lnSpc>
                      <a:spcBef>
                        <a:spcPts val="600"/>
                      </a:spcBef>
                      <a:spcAft>
                        <a:spcPts val="600"/>
                      </a:spcAft>
                    </a:pPr>
                    <a:endParaRPr lang="en-GB" sz="1600" cap="all" baseline="0" err="1">
                      <a:latin typeface="+mj-lt"/>
                    </a:endParaRPr>
                  </a:p>
                </p:txBody>
              </p:sp>
            </p:grpSp>
          </p:grpSp>
        </p:grpSp>
      </p:grpSp>
    </p:spTree>
    <p:extLst>
      <p:ext uri="{BB962C8B-B14F-4D97-AF65-F5344CB8AC3E}">
        <p14:creationId xmlns:p14="http://schemas.microsoft.com/office/powerpoint/2010/main" val="349663133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losur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hthoek 4">
            <a:extLst>
              <a:ext uri="{FF2B5EF4-FFF2-40B4-BE49-F238E27FC236}">
                <a16:creationId xmlns:a16="http://schemas.microsoft.com/office/drawing/2014/main" id="{9C2FF999-F008-1331-E6E0-38EDC8FDB419}"/>
              </a:ext>
            </a:extLst>
          </p:cNvPr>
          <p:cNvSpPr/>
          <p:nvPr userDrawn="1"/>
        </p:nvSpPr>
        <p:spPr>
          <a:xfrm>
            <a:off x="-10750" y="0"/>
            <a:ext cx="1220275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42" name="Vrije vorm: vorm 41">
            <a:extLst>
              <a:ext uri="{FF2B5EF4-FFF2-40B4-BE49-F238E27FC236}">
                <a16:creationId xmlns:a16="http://schemas.microsoft.com/office/drawing/2014/main" id="{C60BEEE3-6FC2-1913-7D0E-D2FF66473DA8}"/>
              </a:ext>
            </a:extLst>
          </p:cNvPr>
          <p:cNvSpPr/>
          <p:nvPr/>
        </p:nvSpPr>
        <p:spPr>
          <a:xfrm>
            <a:off x="-10750" y="1"/>
            <a:ext cx="12202750" cy="6857999"/>
          </a:xfrm>
          <a:custGeom>
            <a:avLst/>
            <a:gdLst>
              <a:gd name="connsiteX0" fmla="*/ 12202750 w 12202750"/>
              <a:gd name="connsiteY0" fmla="*/ 3750218 h 6857999"/>
              <a:gd name="connsiteX1" fmla="*/ 12202750 w 12202750"/>
              <a:gd name="connsiteY1" fmla="*/ 6857999 h 6857999"/>
              <a:gd name="connsiteX2" fmla="*/ 11114530 w 12202750"/>
              <a:gd name="connsiteY2" fmla="*/ 6857999 h 6857999"/>
              <a:gd name="connsiteX3" fmla="*/ 11256844 w 12202750"/>
              <a:gd name="connsiteY3" fmla="*/ 6595461 h 6857999"/>
              <a:gd name="connsiteX4" fmla="*/ 12121807 w 12202750"/>
              <a:gd name="connsiteY4" fmla="*/ 4108853 h 6857999"/>
              <a:gd name="connsiteX5" fmla="*/ 7260002 w 12202750"/>
              <a:gd name="connsiteY5" fmla="*/ 0 h 6857999"/>
              <a:gd name="connsiteX6" fmla="*/ 12202750 w 12202750"/>
              <a:gd name="connsiteY6" fmla="*/ 0 h 6857999"/>
              <a:gd name="connsiteX7" fmla="*/ 12202750 w 12202750"/>
              <a:gd name="connsiteY7" fmla="*/ 1540137 h 6857999"/>
              <a:gd name="connsiteX8" fmla="*/ 12200549 w 12202750"/>
              <a:gd name="connsiteY8" fmla="*/ 1543414 h 6857999"/>
              <a:gd name="connsiteX9" fmla="*/ 11867141 w 12202750"/>
              <a:gd name="connsiteY9" fmla="*/ 2106148 h 6857999"/>
              <a:gd name="connsiteX10" fmla="*/ 6343721 w 12202750"/>
              <a:gd name="connsiteY10" fmla="*/ 3249151 h 6857999"/>
              <a:gd name="connsiteX11" fmla="*/ 7248419 w 12202750"/>
              <a:gd name="connsiteY11" fmla="*/ 17042 h 6857999"/>
              <a:gd name="connsiteX12" fmla="*/ 0 w 12202750"/>
              <a:gd name="connsiteY12" fmla="*/ 0 h 6857999"/>
              <a:gd name="connsiteX13" fmla="*/ 4336814 w 12202750"/>
              <a:gd name="connsiteY13" fmla="*/ 0 h 6857999"/>
              <a:gd name="connsiteX14" fmla="*/ 3953814 w 12202750"/>
              <a:gd name="connsiteY14" fmla="*/ 290459 h 6857999"/>
              <a:gd name="connsiteX15" fmla="*/ 34757 w 12202750"/>
              <a:gd name="connsiteY15" fmla="*/ 4907294 h 6857999"/>
              <a:gd name="connsiteX16" fmla="*/ 0 w 12202750"/>
              <a:gd name="connsiteY16" fmla="*/ 5022063 h 68579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12202750" h="6857999">
                <a:moveTo>
                  <a:pt x="12202750" y="3750218"/>
                </a:moveTo>
                <a:lnTo>
                  <a:pt x="12202750" y="6857999"/>
                </a:lnTo>
                <a:lnTo>
                  <a:pt x="11114530" y="6857999"/>
                </a:lnTo>
                <a:lnTo>
                  <a:pt x="11256844" y="6595461"/>
                </a:lnTo>
                <a:cubicBezTo>
                  <a:pt x="11629965" y="5862402"/>
                  <a:pt x="11898764" y="5050891"/>
                  <a:pt x="12121807" y="4108853"/>
                </a:cubicBezTo>
                <a:close/>
                <a:moveTo>
                  <a:pt x="7260002" y="0"/>
                </a:moveTo>
                <a:lnTo>
                  <a:pt x="12202750" y="0"/>
                </a:lnTo>
                <a:lnTo>
                  <a:pt x="12202750" y="1540137"/>
                </a:lnTo>
                <a:lnTo>
                  <a:pt x="12200549" y="1543414"/>
                </a:lnTo>
                <a:cubicBezTo>
                  <a:pt x="12110526" y="1684115"/>
                  <a:pt x="12003525" y="1893029"/>
                  <a:pt x="11867141" y="2106148"/>
                </a:cubicBezTo>
                <a:cubicBezTo>
                  <a:pt x="10880238" y="3959252"/>
                  <a:pt x="7486531" y="6089453"/>
                  <a:pt x="6343721" y="3249151"/>
                </a:cubicBezTo>
                <a:cubicBezTo>
                  <a:pt x="5919494" y="2184051"/>
                  <a:pt x="6486561" y="1153587"/>
                  <a:pt x="7248419" y="17042"/>
                </a:cubicBezTo>
                <a:close/>
                <a:moveTo>
                  <a:pt x="0" y="0"/>
                </a:moveTo>
                <a:lnTo>
                  <a:pt x="4336814" y="0"/>
                </a:lnTo>
                <a:lnTo>
                  <a:pt x="3953814" y="290459"/>
                </a:lnTo>
                <a:cubicBezTo>
                  <a:pt x="2295623" y="1565228"/>
                  <a:pt x="719287" y="2947698"/>
                  <a:pt x="34757" y="4907294"/>
                </a:cubicBezTo>
                <a:lnTo>
                  <a:pt x="0" y="5022063"/>
                </a:lnTo>
                <a:close/>
              </a:path>
            </a:pathLst>
          </a:custGeom>
          <a:solidFill>
            <a:srgbClr val="00B8C8"/>
          </a:solidFill>
          <a:ln w="1731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GB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3BFF1B38-67B4-1DE1-F5C5-4B950151F2D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0" y="-429019"/>
            <a:ext cx="859210" cy="276999"/>
          </a:xfr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spAutoFit/>
          </a:bodyPr>
          <a:lstStyle>
            <a:lvl1pPr>
              <a:lnSpc>
                <a:spcPct val="100000"/>
              </a:lnSpc>
              <a:defRPr lang="nl-NL" sz="1800" b="1" cap="none" baseline="0" dirty="0">
                <a:solidFill>
                  <a:schemeClr val="accent1"/>
                </a:solidFill>
                <a:latin typeface="+mj-lt"/>
              </a:defRPr>
            </a:lvl1pPr>
          </a:lstStyle>
          <a:p>
            <a:pPr marL="0" lvl="0"/>
            <a:r>
              <a:rPr lang="en-GB"/>
              <a:t>Closure</a:t>
            </a:r>
          </a:p>
        </p:txBody>
      </p:sp>
      <p:sp>
        <p:nvSpPr>
          <p:cNvPr id="4" name="Tijdelijke aanduiding voor tekst 3">
            <a:extLst>
              <a:ext uri="{FF2B5EF4-FFF2-40B4-BE49-F238E27FC236}">
                <a16:creationId xmlns:a16="http://schemas.microsoft.com/office/drawing/2014/main" id="{04122BC7-F646-7ABE-AEA6-34174E1E9FB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19138" y="3950387"/>
            <a:ext cx="10752137" cy="1333698"/>
          </a:xfrm>
        </p:spPr>
        <p:txBody>
          <a:bodyPr wrap="square" anchor="b" anchorCtr="0">
            <a:spAutoFit/>
          </a:bodyPr>
          <a:lstStyle>
            <a:lvl1pPr marL="0" indent="0" algn="r">
              <a:lnSpc>
                <a:spcPts val="5200"/>
              </a:lnSpc>
              <a:spcBef>
                <a:spcPts val="0"/>
              </a:spcBef>
              <a:spcAft>
                <a:spcPts val="0"/>
              </a:spcAft>
              <a:buNone/>
              <a:defRPr sz="4800" b="1" i="0">
                <a:solidFill>
                  <a:schemeClr val="bg1"/>
                </a:solidFill>
                <a:latin typeface="+mj-lt"/>
              </a:defRPr>
            </a:lvl1pPr>
            <a:lvl2pPr marL="0" indent="0" algn="r">
              <a:buNone/>
              <a:defRPr sz="4400" b="1" i="0">
                <a:solidFill>
                  <a:schemeClr val="bg1"/>
                </a:solidFill>
                <a:latin typeface="+mj-lt"/>
              </a:defRPr>
            </a:lvl2pPr>
            <a:lvl3pPr marL="0" indent="0" algn="r">
              <a:buFont typeface="Arial" panose="020B0604020202020204" pitchFamily="34" charset="0"/>
              <a:buNone/>
              <a:defRPr sz="4400" b="1" i="0">
                <a:solidFill>
                  <a:schemeClr val="bg1"/>
                </a:solidFill>
                <a:latin typeface="+mj-lt"/>
              </a:defRPr>
            </a:lvl3pPr>
            <a:lvl4pPr marL="0" indent="0" algn="r">
              <a:buFont typeface="Arial" panose="020B0604020202020204" pitchFamily="34" charset="0"/>
              <a:buNone/>
              <a:defRPr sz="4400" b="1" i="0">
                <a:solidFill>
                  <a:schemeClr val="bg1"/>
                </a:solidFill>
                <a:latin typeface="+mj-lt"/>
              </a:defRPr>
            </a:lvl4pPr>
            <a:lvl5pPr marL="0" indent="0" algn="r">
              <a:buFont typeface="Arial" panose="020B0604020202020204" pitchFamily="34" charset="0"/>
              <a:buNone/>
              <a:defRPr sz="4400" b="1" i="0">
                <a:solidFill>
                  <a:schemeClr val="bg1"/>
                </a:solidFill>
                <a:latin typeface="+mj-lt"/>
              </a:defRPr>
            </a:lvl5pPr>
            <a:lvl6pPr marL="0" indent="0" algn="r">
              <a:buFont typeface="Arial" panose="020B0604020202020204" pitchFamily="34" charset="0"/>
              <a:buNone/>
              <a:defRPr sz="4400" b="1" i="0">
                <a:solidFill>
                  <a:schemeClr val="bg1"/>
                </a:solidFill>
                <a:latin typeface="+mj-lt"/>
              </a:defRPr>
            </a:lvl6pPr>
            <a:lvl7pPr marL="0" indent="0" algn="r">
              <a:buFont typeface="Arial" panose="020B0604020202020204" pitchFamily="34" charset="0"/>
              <a:buNone/>
              <a:defRPr sz="4400" b="1" i="0">
                <a:solidFill>
                  <a:schemeClr val="bg1"/>
                </a:solidFill>
                <a:latin typeface="+mj-lt"/>
              </a:defRPr>
            </a:lvl7pPr>
            <a:lvl8pPr marL="0" indent="0" algn="r">
              <a:buFont typeface="Arial" panose="020B0604020202020204" pitchFamily="34" charset="0"/>
              <a:buNone/>
              <a:defRPr sz="4400" b="1" i="0">
                <a:solidFill>
                  <a:schemeClr val="bg1"/>
                </a:solidFill>
                <a:latin typeface="+mj-lt"/>
              </a:defRPr>
            </a:lvl8pPr>
            <a:lvl9pPr marL="0" indent="0" algn="r">
              <a:buFont typeface="Arial" panose="020B0604020202020204" pitchFamily="34" charset="0"/>
              <a:buNone/>
              <a:defRPr sz="4400" b="1" i="0">
                <a:solidFill>
                  <a:schemeClr val="bg1"/>
                </a:solidFill>
                <a:latin typeface="+mj-lt"/>
              </a:defRPr>
            </a:lvl9pPr>
          </a:lstStyle>
          <a:p>
            <a:pPr lvl="0"/>
            <a:r>
              <a:rPr lang="en-GB" noProof="0"/>
              <a:t>Title slide</a:t>
            </a:r>
            <a:br>
              <a:rPr lang="en-GB" noProof="0"/>
            </a:br>
            <a:r>
              <a:rPr lang="en-GB" noProof="0"/>
              <a:t>max. 2 lines</a:t>
            </a:r>
          </a:p>
        </p:txBody>
      </p:sp>
      <p:sp>
        <p:nvSpPr>
          <p:cNvPr id="6" name="Tijdelijke aanduiding voor tekst 5">
            <a:extLst>
              <a:ext uri="{FF2B5EF4-FFF2-40B4-BE49-F238E27FC236}">
                <a16:creationId xmlns:a16="http://schemas.microsoft.com/office/drawing/2014/main" id="{ACC0F79F-5B45-CF11-7FFE-D7A815731C3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19137" y="5404234"/>
            <a:ext cx="10763113" cy="332399"/>
          </a:xfrm>
        </p:spPr>
        <p:txBody>
          <a:bodyPr>
            <a:spAutoFit/>
          </a:bodyPr>
          <a:lstStyle>
            <a:lvl1pPr marL="0" indent="0" algn="r">
              <a:buFont typeface="Arial" panose="020B0604020202020204" pitchFamily="34" charset="0"/>
              <a:buNone/>
              <a:defRPr sz="2400" b="0" i="0">
                <a:solidFill>
                  <a:schemeClr val="tx2"/>
                </a:solidFill>
                <a:latin typeface="+mn-lt"/>
              </a:defRPr>
            </a:lvl1pPr>
            <a:lvl2pPr marL="0" indent="0" algn="r">
              <a:buFont typeface="Arial" panose="020B0604020202020204" pitchFamily="34" charset="0"/>
              <a:buNone/>
              <a:defRPr sz="2400" b="0" i="0">
                <a:solidFill>
                  <a:schemeClr val="bg1"/>
                </a:solidFill>
                <a:latin typeface="+mn-lt"/>
              </a:defRPr>
            </a:lvl2pPr>
            <a:lvl3pPr marL="0" indent="0" algn="r">
              <a:buFont typeface="Arial" panose="020B0604020202020204" pitchFamily="34" charset="0"/>
              <a:buNone/>
              <a:defRPr sz="2400" b="0" i="0">
                <a:solidFill>
                  <a:schemeClr val="bg1"/>
                </a:solidFill>
                <a:latin typeface="+mn-lt"/>
              </a:defRPr>
            </a:lvl3pPr>
            <a:lvl4pPr marL="0" indent="0" algn="r">
              <a:buFont typeface="Arial" panose="020B0604020202020204" pitchFamily="34" charset="0"/>
              <a:buNone/>
              <a:defRPr sz="2400" b="0" i="0">
                <a:solidFill>
                  <a:schemeClr val="bg1"/>
                </a:solidFill>
                <a:latin typeface="+mn-lt"/>
              </a:defRPr>
            </a:lvl4pPr>
            <a:lvl5pPr marL="0" indent="0" algn="r">
              <a:buFont typeface="Arial" panose="020B0604020202020204" pitchFamily="34" charset="0"/>
              <a:buNone/>
              <a:defRPr sz="2400" b="0" i="0">
                <a:solidFill>
                  <a:schemeClr val="bg1"/>
                </a:solidFill>
                <a:latin typeface="+mn-lt"/>
              </a:defRPr>
            </a:lvl5pPr>
            <a:lvl6pPr marL="0" indent="0" algn="r">
              <a:buFont typeface="Arial" panose="020B0604020202020204" pitchFamily="34" charset="0"/>
              <a:buNone/>
              <a:defRPr sz="2400" b="0" i="0">
                <a:solidFill>
                  <a:schemeClr val="bg1"/>
                </a:solidFill>
                <a:latin typeface="+mn-lt"/>
              </a:defRPr>
            </a:lvl6pPr>
            <a:lvl7pPr marL="0" indent="0" algn="r">
              <a:buFont typeface="Arial" panose="020B0604020202020204" pitchFamily="34" charset="0"/>
              <a:buNone/>
              <a:defRPr sz="2400" b="0" i="0">
                <a:solidFill>
                  <a:schemeClr val="bg1"/>
                </a:solidFill>
                <a:latin typeface="+mn-lt"/>
              </a:defRPr>
            </a:lvl7pPr>
            <a:lvl8pPr marL="0" indent="0" algn="r">
              <a:buFont typeface="Arial" panose="020B0604020202020204" pitchFamily="34" charset="0"/>
              <a:buNone/>
              <a:defRPr sz="2400" b="0" i="0">
                <a:solidFill>
                  <a:schemeClr val="bg1"/>
                </a:solidFill>
                <a:latin typeface="+mn-lt"/>
              </a:defRPr>
            </a:lvl8pPr>
            <a:lvl9pPr marL="0" indent="0" algn="r">
              <a:buFont typeface="Arial" panose="020B0604020202020204" pitchFamily="34" charset="0"/>
              <a:buNone/>
              <a:defRPr sz="2400" b="0" i="0">
                <a:solidFill>
                  <a:schemeClr val="bg1"/>
                </a:solidFill>
                <a:latin typeface="+mn-lt"/>
              </a:defRPr>
            </a:lvl9pPr>
          </a:lstStyle>
          <a:p>
            <a:pPr lvl="0"/>
            <a:r>
              <a:rPr lang="en-GB" noProof="0"/>
              <a:t>Subtitle | Name speaker</a:t>
            </a:r>
          </a:p>
        </p:txBody>
      </p:sp>
      <p:sp>
        <p:nvSpPr>
          <p:cNvPr id="17" name="Tijdelijke aanduiding voor datum 16">
            <a:extLst>
              <a:ext uri="{FF2B5EF4-FFF2-40B4-BE49-F238E27FC236}">
                <a16:creationId xmlns:a16="http://schemas.microsoft.com/office/drawing/2014/main" id="{599862F7-F626-8DED-B1FF-873CD0CF69ED}"/>
              </a:ext>
            </a:extLst>
          </p:cNvPr>
          <p:cNvSpPr>
            <a:spLocks noGrp="1"/>
          </p:cNvSpPr>
          <p:nvPr>
            <p:ph type="dt" sz="half" idx="12"/>
          </p:nvPr>
        </p:nvSpPr>
        <p:spPr>
          <a:xfrm>
            <a:off x="10705040" y="5813671"/>
            <a:ext cx="766235" cy="184666"/>
          </a:xfrm>
        </p:spPr>
        <p:txBody>
          <a:bodyPr/>
          <a:lstStyle>
            <a:lvl1pPr>
              <a:defRPr sz="1200">
                <a:solidFill>
                  <a:schemeClr val="tx2"/>
                </a:solidFill>
              </a:defRPr>
            </a:lvl1pPr>
          </a:lstStyle>
          <a:p>
            <a:fld id="{8356D135-3DCC-4F43-956C-8E084B5B3B73}" type="datetime1">
              <a:rPr lang="nl-NL" smtClean="0"/>
              <a:t>12-6-2026</a:t>
            </a:fld>
            <a:endParaRPr lang="en-GB"/>
          </a:p>
        </p:txBody>
      </p:sp>
      <p:grpSp>
        <p:nvGrpSpPr>
          <p:cNvPr id="21" name="Graphic 4">
            <a:extLst>
              <a:ext uri="{FF2B5EF4-FFF2-40B4-BE49-F238E27FC236}">
                <a16:creationId xmlns:a16="http://schemas.microsoft.com/office/drawing/2014/main" id="{C93E164C-298E-F36F-9136-0AC365C778F8}"/>
              </a:ext>
            </a:extLst>
          </p:cNvPr>
          <p:cNvGrpSpPr/>
          <p:nvPr userDrawn="1"/>
        </p:nvGrpSpPr>
        <p:grpSpPr>
          <a:xfrm>
            <a:off x="721114" y="437497"/>
            <a:ext cx="1530269" cy="594428"/>
            <a:chOff x="717019" y="5865846"/>
            <a:chExt cx="1413341" cy="549008"/>
          </a:xfrm>
          <a:solidFill>
            <a:srgbClr val="FFFFFF"/>
          </a:solidFill>
        </p:grpSpPr>
        <p:sp>
          <p:nvSpPr>
            <p:cNvPr id="22" name="Vrije vorm: vorm 21">
              <a:extLst>
                <a:ext uri="{FF2B5EF4-FFF2-40B4-BE49-F238E27FC236}">
                  <a16:creationId xmlns:a16="http://schemas.microsoft.com/office/drawing/2014/main" id="{C4DE928F-9819-F729-1A30-E5A07740CC27}"/>
                </a:ext>
              </a:extLst>
            </p:cNvPr>
            <p:cNvSpPr/>
            <p:nvPr/>
          </p:nvSpPr>
          <p:spPr>
            <a:xfrm>
              <a:off x="998576" y="6136009"/>
              <a:ext cx="258644" cy="277455"/>
            </a:xfrm>
            <a:custGeom>
              <a:avLst/>
              <a:gdLst>
                <a:gd name="connsiteX0" fmla="*/ 129322 w 258644"/>
                <a:gd name="connsiteY0" fmla="*/ 224847 h 277455"/>
                <a:gd name="connsiteX1" fmla="*/ 183307 w 258644"/>
                <a:gd name="connsiteY1" fmla="*/ 167897 h 277455"/>
                <a:gd name="connsiteX2" fmla="*/ 183307 w 258644"/>
                <a:gd name="connsiteY2" fmla="*/ 0 h 277455"/>
                <a:gd name="connsiteX3" fmla="*/ 258644 w 258644"/>
                <a:gd name="connsiteY3" fmla="*/ 0 h 277455"/>
                <a:gd name="connsiteX4" fmla="*/ 258644 w 258644"/>
                <a:gd name="connsiteY4" fmla="*/ 172238 h 277455"/>
                <a:gd name="connsiteX5" fmla="*/ 129322 w 258644"/>
                <a:gd name="connsiteY5" fmla="*/ 277456 h 277455"/>
                <a:gd name="connsiteX6" fmla="*/ 0 w 258644"/>
                <a:gd name="connsiteY6" fmla="*/ 172238 h 277455"/>
                <a:gd name="connsiteX7" fmla="*/ 0 w 258644"/>
                <a:gd name="connsiteY7" fmla="*/ 174 h 277455"/>
                <a:gd name="connsiteX8" fmla="*/ 75337 w 258644"/>
                <a:gd name="connsiteY8" fmla="*/ 174 h 277455"/>
                <a:gd name="connsiteX9" fmla="*/ 75337 w 258644"/>
                <a:gd name="connsiteY9" fmla="*/ 168071 h 277455"/>
                <a:gd name="connsiteX10" fmla="*/ 129322 w 258644"/>
                <a:gd name="connsiteY10" fmla="*/ 224847 h 2774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58644" h="277455">
                  <a:moveTo>
                    <a:pt x="129322" y="224847"/>
                  </a:moveTo>
                  <a:cubicBezTo>
                    <a:pt x="164907" y="224847"/>
                    <a:pt x="183307" y="200713"/>
                    <a:pt x="183307" y="167897"/>
                  </a:cubicBezTo>
                  <a:lnTo>
                    <a:pt x="183307" y="0"/>
                  </a:lnTo>
                  <a:lnTo>
                    <a:pt x="258644" y="0"/>
                  </a:lnTo>
                  <a:lnTo>
                    <a:pt x="258644" y="172238"/>
                  </a:lnTo>
                  <a:cubicBezTo>
                    <a:pt x="257255" y="247592"/>
                    <a:pt x="197542" y="277456"/>
                    <a:pt x="129322" y="277456"/>
                  </a:cubicBezTo>
                  <a:cubicBezTo>
                    <a:pt x="61102" y="277456"/>
                    <a:pt x="0" y="247592"/>
                    <a:pt x="0" y="172238"/>
                  </a:cubicBezTo>
                  <a:lnTo>
                    <a:pt x="0" y="174"/>
                  </a:lnTo>
                  <a:lnTo>
                    <a:pt x="75337" y="174"/>
                  </a:lnTo>
                  <a:lnTo>
                    <a:pt x="75337" y="168071"/>
                  </a:lnTo>
                  <a:cubicBezTo>
                    <a:pt x="73948" y="200713"/>
                    <a:pt x="93910" y="224847"/>
                    <a:pt x="129322" y="224847"/>
                  </a:cubicBezTo>
                  <a:close/>
                </a:path>
              </a:pathLst>
            </a:custGeom>
            <a:solidFill>
              <a:srgbClr val="FFFFFF"/>
            </a:solidFill>
            <a:ln w="173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3" name="Vrije vorm: vorm 22">
              <a:extLst>
                <a:ext uri="{FF2B5EF4-FFF2-40B4-BE49-F238E27FC236}">
                  <a16:creationId xmlns:a16="http://schemas.microsoft.com/office/drawing/2014/main" id="{79323DCE-D484-B94A-C1EC-D2F2B931366F}"/>
                </a:ext>
              </a:extLst>
            </p:cNvPr>
            <p:cNvSpPr/>
            <p:nvPr/>
          </p:nvSpPr>
          <p:spPr>
            <a:xfrm>
              <a:off x="717019" y="6136183"/>
              <a:ext cx="244583" cy="271726"/>
            </a:xfrm>
            <a:custGeom>
              <a:avLst/>
              <a:gdLst>
                <a:gd name="connsiteX0" fmla="*/ 85405 w 244583"/>
                <a:gd name="connsiteY0" fmla="*/ 271726 h 271726"/>
                <a:gd name="connsiteX1" fmla="*/ 160741 w 244583"/>
                <a:gd name="connsiteY1" fmla="*/ 271726 h 271726"/>
                <a:gd name="connsiteX2" fmla="*/ 160741 w 244583"/>
                <a:gd name="connsiteY2" fmla="*/ 52609 h 271726"/>
                <a:gd name="connsiteX3" fmla="*/ 244583 w 244583"/>
                <a:gd name="connsiteY3" fmla="*/ 52609 h 271726"/>
                <a:gd name="connsiteX4" fmla="*/ 244583 w 244583"/>
                <a:gd name="connsiteY4" fmla="*/ 0 h 271726"/>
                <a:gd name="connsiteX5" fmla="*/ 0 w 244583"/>
                <a:gd name="connsiteY5" fmla="*/ 0 h 271726"/>
                <a:gd name="connsiteX6" fmla="*/ 0 w 244583"/>
                <a:gd name="connsiteY6" fmla="*/ 52609 h 271726"/>
                <a:gd name="connsiteX7" fmla="*/ 85405 w 244583"/>
                <a:gd name="connsiteY7" fmla="*/ 52609 h 2717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44583" h="271726">
                  <a:moveTo>
                    <a:pt x="85405" y="271726"/>
                  </a:moveTo>
                  <a:lnTo>
                    <a:pt x="160741" y="271726"/>
                  </a:lnTo>
                  <a:lnTo>
                    <a:pt x="160741" y="52609"/>
                  </a:lnTo>
                  <a:lnTo>
                    <a:pt x="244583" y="52609"/>
                  </a:lnTo>
                  <a:lnTo>
                    <a:pt x="244583" y="0"/>
                  </a:lnTo>
                  <a:lnTo>
                    <a:pt x="0" y="0"/>
                  </a:lnTo>
                  <a:lnTo>
                    <a:pt x="0" y="52609"/>
                  </a:lnTo>
                  <a:lnTo>
                    <a:pt x="85405" y="52609"/>
                  </a:lnTo>
                  <a:close/>
                </a:path>
              </a:pathLst>
            </a:custGeom>
            <a:solidFill>
              <a:srgbClr val="FFFFFF"/>
            </a:solidFill>
            <a:ln w="173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4" name="Vrije vorm: vorm 23">
              <a:extLst>
                <a:ext uri="{FF2B5EF4-FFF2-40B4-BE49-F238E27FC236}">
                  <a16:creationId xmlns:a16="http://schemas.microsoft.com/office/drawing/2014/main" id="{3539D6EA-85DB-9F50-4773-B93829862258}"/>
                </a:ext>
              </a:extLst>
            </p:cNvPr>
            <p:cNvSpPr/>
            <p:nvPr/>
          </p:nvSpPr>
          <p:spPr>
            <a:xfrm>
              <a:off x="792227" y="5865846"/>
              <a:ext cx="256862" cy="254189"/>
            </a:xfrm>
            <a:custGeom>
              <a:avLst/>
              <a:gdLst>
                <a:gd name="connsiteX0" fmla="*/ 190726 w 256862"/>
                <a:gd name="connsiteY0" fmla="*/ 138033 h 254189"/>
                <a:gd name="connsiteX1" fmla="*/ 153752 w 256862"/>
                <a:gd name="connsiteY1" fmla="*/ 115288 h 254189"/>
                <a:gd name="connsiteX2" fmla="*/ 254780 w 256862"/>
                <a:gd name="connsiteY2" fmla="*/ 14237 h 254189"/>
                <a:gd name="connsiteX3" fmla="*/ 254780 w 256862"/>
                <a:gd name="connsiteY3" fmla="*/ 0 h 254189"/>
                <a:gd name="connsiteX4" fmla="*/ 247663 w 256862"/>
                <a:gd name="connsiteY4" fmla="*/ 9897 h 254189"/>
                <a:gd name="connsiteX5" fmla="*/ 102718 w 256862"/>
                <a:gd name="connsiteY5" fmla="*/ 66846 h 254189"/>
                <a:gd name="connsiteX6" fmla="*/ 3253 w 256862"/>
                <a:gd name="connsiteY6" fmla="*/ 217555 h 254189"/>
                <a:gd name="connsiteX7" fmla="*/ 10370 w 256862"/>
                <a:gd name="connsiteY7" fmla="*/ 237522 h 254189"/>
                <a:gd name="connsiteX8" fmla="*/ 13147 w 256862"/>
                <a:gd name="connsiteY8" fmla="*/ 217555 h 254189"/>
                <a:gd name="connsiteX9" fmla="*/ 101329 w 256862"/>
                <a:gd name="connsiteY9" fmla="*/ 107996 h 254189"/>
                <a:gd name="connsiteX10" fmla="*/ 109835 w 256862"/>
                <a:gd name="connsiteY10" fmla="*/ 100877 h 254189"/>
                <a:gd name="connsiteX11" fmla="*/ 109835 w 256862"/>
                <a:gd name="connsiteY11" fmla="*/ 107996 h 254189"/>
                <a:gd name="connsiteX12" fmla="*/ 79978 w 256862"/>
                <a:gd name="connsiteY12" fmla="*/ 179183 h 254189"/>
                <a:gd name="connsiteX13" fmla="*/ 135352 w 256862"/>
                <a:gd name="connsiteY13" fmla="*/ 167724 h 254189"/>
                <a:gd name="connsiteX14" fmla="*/ 141081 w 256862"/>
                <a:gd name="connsiteY14" fmla="*/ 160605 h 254189"/>
                <a:gd name="connsiteX15" fmla="*/ 141081 w 256862"/>
                <a:gd name="connsiteY15" fmla="*/ 172064 h 254189"/>
                <a:gd name="connsiteX16" fmla="*/ 104107 w 256862"/>
                <a:gd name="connsiteY16" fmla="*/ 241689 h 254189"/>
                <a:gd name="connsiteX17" fmla="*/ 85706 w 256862"/>
                <a:gd name="connsiteY17" fmla="*/ 253148 h 254189"/>
                <a:gd name="connsiteX18" fmla="*/ 95601 w 256862"/>
                <a:gd name="connsiteY18" fmla="*/ 253148 h 254189"/>
                <a:gd name="connsiteX19" fmla="*/ 226485 w 256862"/>
                <a:gd name="connsiteY19" fmla="*/ 125185 h 254189"/>
                <a:gd name="connsiteX20" fmla="*/ 226485 w 256862"/>
                <a:gd name="connsiteY20" fmla="*/ 116677 h 254189"/>
                <a:gd name="connsiteX21" fmla="*/ 219368 w 256862"/>
                <a:gd name="connsiteY21" fmla="*/ 121018 h 254189"/>
                <a:gd name="connsiteX22" fmla="*/ 190726 w 256862"/>
                <a:gd name="connsiteY22" fmla="*/ 138033 h 2541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256862" h="254189">
                  <a:moveTo>
                    <a:pt x="190726" y="138033"/>
                  </a:moveTo>
                  <a:cubicBezTo>
                    <a:pt x="172326" y="143763"/>
                    <a:pt x="153752" y="139422"/>
                    <a:pt x="153752" y="115288"/>
                  </a:cubicBezTo>
                  <a:cubicBezTo>
                    <a:pt x="153752" y="78306"/>
                    <a:pt x="241934" y="47053"/>
                    <a:pt x="254780" y="14237"/>
                  </a:cubicBezTo>
                  <a:cubicBezTo>
                    <a:pt x="257557" y="5730"/>
                    <a:pt x="257557" y="0"/>
                    <a:pt x="254780" y="0"/>
                  </a:cubicBezTo>
                  <a:cubicBezTo>
                    <a:pt x="252002" y="0"/>
                    <a:pt x="254780" y="4341"/>
                    <a:pt x="247663" y="9897"/>
                  </a:cubicBezTo>
                  <a:cubicBezTo>
                    <a:pt x="210689" y="46879"/>
                    <a:pt x="149586" y="46879"/>
                    <a:pt x="102718" y="66846"/>
                  </a:cubicBezTo>
                  <a:cubicBezTo>
                    <a:pt x="71472" y="81084"/>
                    <a:pt x="-18098" y="123796"/>
                    <a:pt x="3253" y="217555"/>
                  </a:cubicBezTo>
                  <a:cubicBezTo>
                    <a:pt x="4642" y="221895"/>
                    <a:pt x="7593" y="237522"/>
                    <a:pt x="10370" y="237522"/>
                  </a:cubicBezTo>
                  <a:cubicBezTo>
                    <a:pt x="13147" y="237522"/>
                    <a:pt x="13147" y="229014"/>
                    <a:pt x="13147" y="217555"/>
                  </a:cubicBezTo>
                  <a:cubicBezTo>
                    <a:pt x="13147" y="160605"/>
                    <a:pt x="78589" y="144978"/>
                    <a:pt x="101329" y="107996"/>
                  </a:cubicBezTo>
                  <a:cubicBezTo>
                    <a:pt x="104107" y="103655"/>
                    <a:pt x="108446" y="98099"/>
                    <a:pt x="109835" y="100877"/>
                  </a:cubicBezTo>
                  <a:cubicBezTo>
                    <a:pt x="109835" y="102266"/>
                    <a:pt x="109835" y="103655"/>
                    <a:pt x="109835" y="107996"/>
                  </a:cubicBezTo>
                  <a:cubicBezTo>
                    <a:pt x="102718" y="137860"/>
                    <a:pt x="71472" y="157827"/>
                    <a:pt x="79978" y="179183"/>
                  </a:cubicBezTo>
                  <a:cubicBezTo>
                    <a:pt x="91435" y="207658"/>
                    <a:pt x="125458" y="186302"/>
                    <a:pt x="135352" y="167724"/>
                  </a:cubicBezTo>
                  <a:cubicBezTo>
                    <a:pt x="138130" y="163383"/>
                    <a:pt x="139692" y="159216"/>
                    <a:pt x="141081" y="160605"/>
                  </a:cubicBezTo>
                  <a:cubicBezTo>
                    <a:pt x="142469" y="160605"/>
                    <a:pt x="142469" y="166335"/>
                    <a:pt x="141081" y="172064"/>
                  </a:cubicBezTo>
                  <a:cubicBezTo>
                    <a:pt x="135352" y="204706"/>
                    <a:pt x="128235" y="223284"/>
                    <a:pt x="104107" y="241689"/>
                  </a:cubicBezTo>
                  <a:cubicBezTo>
                    <a:pt x="96990" y="247418"/>
                    <a:pt x="84144" y="248807"/>
                    <a:pt x="85706" y="253148"/>
                  </a:cubicBezTo>
                  <a:cubicBezTo>
                    <a:pt x="85706" y="254537"/>
                    <a:pt x="91435" y="254537"/>
                    <a:pt x="95601" y="253148"/>
                  </a:cubicBezTo>
                  <a:cubicBezTo>
                    <a:pt x="159654" y="248807"/>
                    <a:pt x="212251" y="174842"/>
                    <a:pt x="226485" y="125185"/>
                  </a:cubicBezTo>
                  <a:cubicBezTo>
                    <a:pt x="227874" y="122407"/>
                    <a:pt x="227874" y="118066"/>
                    <a:pt x="226485" y="116677"/>
                  </a:cubicBezTo>
                  <a:cubicBezTo>
                    <a:pt x="225097" y="115288"/>
                    <a:pt x="222146" y="118066"/>
                    <a:pt x="219368" y="121018"/>
                  </a:cubicBezTo>
                  <a:cubicBezTo>
                    <a:pt x="209127" y="128137"/>
                    <a:pt x="200621" y="133866"/>
                    <a:pt x="190726" y="138033"/>
                  </a:cubicBezTo>
                  <a:close/>
                </a:path>
              </a:pathLst>
            </a:custGeom>
            <a:solidFill>
              <a:srgbClr val="FFFFFF"/>
            </a:solidFill>
            <a:ln w="173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5" name="Vrije vorm: vorm 24">
              <a:extLst>
                <a:ext uri="{FF2B5EF4-FFF2-40B4-BE49-F238E27FC236}">
                  <a16:creationId xmlns:a16="http://schemas.microsoft.com/office/drawing/2014/main" id="{A996BACF-1310-A75D-F3D9-23D926B05697}"/>
                </a:ext>
              </a:extLst>
            </p:cNvPr>
            <p:cNvSpPr/>
            <p:nvPr/>
          </p:nvSpPr>
          <p:spPr>
            <a:xfrm>
              <a:off x="1588597" y="6213099"/>
              <a:ext cx="172024" cy="200539"/>
            </a:xfrm>
            <a:custGeom>
              <a:avLst/>
              <a:gdLst>
                <a:gd name="connsiteX0" fmla="*/ 38363 w 172024"/>
                <a:gd name="connsiteY0" fmla="*/ 82299 h 200539"/>
                <a:gd name="connsiteX1" fmla="*/ 86620 w 172024"/>
                <a:gd name="connsiteY1" fmla="*/ 25350 h 200539"/>
                <a:gd name="connsiteX2" fmla="*/ 134877 w 172024"/>
                <a:gd name="connsiteY2" fmla="*/ 82299 h 200539"/>
                <a:gd name="connsiteX3" fmla="*/ 38363 w 172024"/>
                <a:gd name="connsiteY3" fmla="*/ 82299 h 200539"/>
                <a:gd name="connsiteX4" fmla="*/ 172024 w 172024"/>
                <a:gd name="connsiteY4" fmla="*/ 106607 h 200539"/>
                <a:gd name="connsiteX5" fmla="*/ 172024 w 172024"/>
                <a:gd name="connsiteY5" fmla="*/ 89591 h 200539"/>
                <a:gd name="connsiteX6" fmla="*/ 88182 w 172024"/>
                <a:gd name="connsiteY6" fmla="*/ 0 h 200539"/>
                <a:gd name="connsiteX7" fmla="*/ 0 w 172024"/>
                <a:gd name="connsiteY7" fmla="*/ 102440 h 200539"/>
                <a:gd name="connsiteX8" fmla="*/ 85231 w 172024"/>
                <a:gd name="connsiteY8" fmla="*/ 200539 h 200539"/>
                <a:gd name="connsiteX9" fmla="*/ 169073 w 172024"/>
                <a:gd name="connsiteY9" fmla="*/ 136471 h 200539"/>
                <a:gd name="connsiteX10" fmla="*/ 130711 w 172024"/>
                <a:gd name="connsiteY10" fmla="*/ 136471 h 200539"/>
                <a:gd name="connsiteX11" fmla="*/ 85231 w 172024"/>
                <a:gd name="connsiteY11" fmla="*/ 174842 h 200539"/>
                <a:gd name="connsiteX12" fmla="*/ 36974 w 172024"/>
                <a:gd name="connsiteY12" fmla="*/ 107996 h 200539"/>
                <a:gd name="connsiteX13" fmla="*/ 172024 w 172024"/>
                <a:gd name="connsiteY13" fmla="*/ 107996 h 200539"/>
                <a:gd name="connsiteX14" fmla="*/ 172024 w 172024"/>
                <a:gd name="connsiteY14" fmla="*/ 106607 h 2005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172024" h="200539">
                  <a:moveTo>
                    <a:pt x="38363" y="82299"/>
                  </a:moveTo>
                  <a:cubicBezTo>
                    <a:pt x="38363" y="52435"/>
                    <a:pt x="56763" y="25350"/>
                    <a:pt x="86620" y="25350"/>
                  </a:cubicBezTo>
                  <a:cubicBezTo>
                    <a:pt x="120816" y="25350"/>
                    <a:pt x="134877" y="49484"/>
                    <a:pt x="134877" y="82299"/>
                  </a:cubicBezTo>
                  <a:lnTo>
                    <a:pt x="38363" y="82299"/>
                  </a:lnTo>
                  <a:close/>
                  <a:moveTo>
                    <a:pt x="172024" y="106607"/>
                  </a:moveTo>
                  <a:lnTo>
                    <a:pt x="172024" y="89591"/>
                  </a:lnTo>
                  <a:cubicBezTo>
                    <a:pt x="172024" y="36983"/>
                    <a:pt x="142167" y="0"/>
                    <a:pt x="88182" y="0"/>
                  </a:cubicBezTo>
                  <a:cubicBezTo>
                    <a:pt x="28468" y="0"/>
                    <a:pt x="0" y="46879"/>
                    <a:pt x="0" y="102440"/>
                  </a:cubicBezTo>
                  <a:cubicBezTo>
                    <a:pt x="0" y="158001"/>
                    <a:pt x="24128" y="200539"/>
                    <a:pt x="85231" y="200539"/>
                  </a:cubicBezTo>
                  <a:cubicBezTo>
                    <a:pt x="130711" y="200539"/>
                    <a:pt x="163518" y="179183"/>
                    <a:pt x="169073" y="136471"/>
                  </a:cubicBezTo>
                  <a:lnTo>
                    <a:pt x="130711" y="136471"/>
                  </a:lnTo>
                  <a:cubicBezTo>
                    <a:pt x="126371" y="163557"/>
                    <a:pt x="112310" y="174842"/>
                    <a:pt x="85231" y="174842"/>
                  </a:cubicBezTo>
                  <a:cubicBezTo>
                    <a:pt x="48257" y="174842"/>
                    <a:pt x="36974" y="142200"/>
                    <a:pt x="36974" y="107996"/>
                  </a:cubicBezTo>
                  <a:lnTo>
                    <a:pt x="172024" y="107996"/>
                  </a:lnTo>
                  <a:lnTo>
                    <a:pt x="172024" y="106607"/>
                  </a:lnTo>
                  <a:close/>
                </a:path>
              </a:pathLst>
            </a:custGeom>
            <a:solidFill>
              <a:srgbClr val="FFFFFF"/>
            </a:solidFill>
            <a:ln w="173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6" name="Vrije vorm: vorm 25">
              <a:extLst>
                <a:ext uri="{FF2B5EF4-FFF2-40B4-BE49-F238E27FC236}">
                  <a16:creationId xmlns:a16="http://schemas.microsoft.com/office/drawing/2014/main" id="{B50ABAA7-4D3A-64F2-2886-73E38F672A13}"/>
                </a:ext>
              </a:extLst>
            </p:cNvPr>
            <p:cNvSpPr/>
            <p:nvPr/>
          </p:nvSpPr>
          <p:spPr>
            <a:xfrm>
              <a:off x="1803323" y="6136183"/>
              <a:ext cx="35585" cy="271552"/>
            </a:xfrm>
            <a:custGeom>
              <a:avLst/>
              <a:gdLst>
                <a:gd name="connsiteX0" fmla="*/ 0 w 35585"/>
                <a:gd name="connsiteY0" fmla="*/ 0 h 271552"/>
                <a:gd name="connsiteX1" fmla="*/ 35585 w 35585"/>
                <a:gd name="connsiteY1" fmla="*/ 0 h 271552"/>
                <a:gd name="connsiteX2" fmla="*/ 35585 w 35585"/>
                <a:gd name="connsiteY2" fmla="*/ 271552 h 271552"/>
                <a:gd name="connsiteX3" fmla="*/ 0 w 35585"/>
                <a:gd name="connsiteY3" fmla="*/ 271552 h 2715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5585" h="271552">
                  <a:moveTo>
                    <a:pt x="0" y="0"/>
                  </a:moveTo>
                  <a:lnTo>
                    <a:pt x="35585" y="0"/>
                  </a:lnTo>
                  <a:lnTo>
                    <a:pt x="35585" y="271552"/>
                  </a:lnTo>
                  <a:lnTo>
                    <a:pt x="0" y="271552"/>
                  </a:lnTo>
                  <a:close/>
                </a:path>
              </a:pathLst>
            </a:custGeom>
            <a:solidFill>
              <a:srgbClr val="FFFFFF"/>
            </a:solidFill>
            <a:ln w="173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7" name="Vrije vorm: vorm 26">
              <a:extLst>
                <a:ext uri="{FF2B5EF4-FFF2-40B4-BE49-F238E27FC236}">
                  <a16:creationId xmlns:a16="http://schemas.microsoft.com/office/drawing/2014/main" id="{94E5B70C-D6DE-08E7-481C-59E036E42088}"/>
                </a:ext>
              </a:extLst>
            </p:cNvPr>
            <p:cNvSpPr/>
            <p:nvPr/>
          </p:nvSpPr>
          <p:spPr>
            <a:xfrm>
              <a:off x="1880049" y="6129238"/>
              <a:ext cx="122204" cy="278671"/>
            </a:xfrm>
            <a:custGeom>
              <a:avLst/>
              <a:gdLst>
                <a:gd name="connsiteX0" fmla="*/ 72559 w 122204"/>
                <a:gd name="connsiteY0" fmla="*/ 278671 h 278671"/>
                <a:gd name="connsiteX1" fmla="*/ 72559 w 122204"/>
                <a:gd name="connsiteY1" fmla="*/ 113726 h 278671"/>
                <a:gd name="connsiteX2" fmla="*/ 116650 w 122204"/>
                <a:gd name="connsiteY2" fmla="*/ 113726 h 278671"/>
                <a:gd name="connsiteX3" fmla="*/ 116650 w 122204"/>
                <a:gd name="connsiteY3" fmla="*/ 88202 h 278671"/>
                <a:gd name="connsiteX4" fmla="*/ 72559 w 122204"/>
                <a:gd name="connsiteY4" fmla="*/ 88202 h 278671"/>
                <a:gd name="connsiteX5" fmla="*/ 72559 w 122204"/>
                <a:gd name="connsiteY5" fmla="*/ 58339 h 278671"/>
                <a:gd name="connsiteX6" fmla="*/ 103805 w 122204"/>
                <a:gd name="connsiteY6" fmla="*/ 32816 h 278671"/>
                <a:gd name="connsiteX7" fmla="*/ 122205 w 122204"/>
                <a:gd name="connsiteY7" fmla="*/ 34205 h 278671"/>
                <a:gd name="connsiteX8" fmla="*/ 122205 w 122204"/>
                <a:gd name="connsiteY8" fmla="*/ 4341 h 278671"/>
                <a:gd name="connsiteX9" fmla="*/ 96688 w 122204"/>
                <a:gd name="connsiteY9" fmla="*/ 0 h 278671"/>
                <a:gd name="connsiteX10" fmla="*/ 36974 w 122204"/>
                <a:gd name="connsiteY10" fmla="*/ 52609 h 278671"/>
                <a:gd name="connsiteX11" fmla="*/ 36974 w 122204"/>
                <a:gd name="connsiteY11" fmla="*/ 88202 h 278671"/>
                <a:gd name="connsiteX12" fmla="*/ 0 w 122204"/>
                <a:gd name="connsiteY12" fmla="*/ 88202 h 278671"/>
                <a:gd name="connsiteX13" fmla="*/ 0 w 122204"/>
                <a:gd name="connsiteY13" fmla="*/ 113726 h 278671"/>
                <a:gd name="connsiteX14" fmla="*/ 36974 w 122204"/>
                <a:gd name="connsiteY14" fmla="*/ 113726 h 278671"/>
                <a:gd name="connsiteX15" fmla="*/ 36974 w 122204"/>
                <a:gd name="connsiteY15" fmla="*/ 278671 h 278671"/>
                <a:gd name="connsiteX16" fmla="*/ 72559 w 122204"/>
                <a:gd name="connsiteY16" fmla="*/ 278671 h 2786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22204" h="278671">
                  <a:moveTo>
                    <a:pt x="72559" y="278671"/>
                  </a:moveTo>
                  <a:lnTo>
                    <a:pt x="72559" y="113726"/>
                  </a:lnTo>
                  <a:lnTo>
                    <a:pt x="116650" y="113726"/>
                  </a:lnTo>
                  <a:lnTo>
                    <a:pt x="116650" y="88202"/>
                  </a:lnTo>
                  <a:lnTo>
                    <a:pt x="72559" y="88202"/>
                  </a:lnTo>
                  <a:lnTo>
                    <a:pt x="72559" y="58339"/>
                  </a:lnTo>
                  <a:cubicBezTo>
                    <a:pt x="72559" y="36983"/>
                    <a:pt x="82454" y="32816"/>
                    <a:pt x="103805" y="32816"/>
                  </a:cubicBezTo>
                  <a:cubicBezTo>
                    <a:pt x="109533" y="32816"/>
                    <a:pt x="115262" y="34205"/>
                    <a:pt x="122205" y="34205"/>
                  </a:cubicBezTo>
                  <a:lnTo>
                    <a:pt x="122205" y="4341"/>
                  </a:lnTo>
                  <a:cubicBezTo>
                    <a:pt x="113699" y="2952"/>
                    <a:pt x="105194" y="0"/>
                    <a:pt x="96688" y="0"/>
                  </a:cubicBezTo>
                  <a:cubicBezTo>
                    <a:pt x="62491" y="0"/>
                    <a:pt x="36974" y="17015"/>
                    <a:pt x="36974" y="52609"/>
                  </a:cubicBezTo>
                  <a:lnTo>
                    <a:pt x="36974" y="88202"/>
                  </a:lnTo>
                  <a:lnTo>
                    <a:pt x="0" y="88202"/>
                  </a:lnTo>
                  <a:lnTo>
                    <a:pt x="0" y="113726"/>
                  </a:lnTo>
                  <a:lnTo>
                    <a:pt x="36974" y="113726"/>
                  </a:lnTo>
                  <a:lnTo>
                    <a:pt x="36974" y="278671"/>
                  </a:lnTo>
                  <a:lnTo>
                    <a:pt x="72559" y="278671"/>
                  </a:lnTo>
                  <a:close/>
                </a:path>
              </a:pathLst>
            </a:custGeom>
            <a:solidFill>
              <a:srgbClr val="FFFFFF"/>
            </a:solidFill>
            <a:ln w="173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8" name="Vrije vorm: vorm 27">
              <a:extLst>
                <a:ext uri="{FF2B5EF4-FFF2-40B4-BE49-F238E27FC236}">
                  <a16:creationId xmlns:a16="http://schemas.microsoft.com/office/drawing/2014/main" id="{8D3E4DAB-6265-0F83-A847-5B7F063D48EC}"/>
                </a:ext>
              </a:extLst>
            </p:cNvPr>
            <p:cNvSpPr/>
            <p:nvPr/>
          </p:nvSpPr>
          <p:spPr>
            <a:xfrm>
              <a:off x="2016661" y="6168998"/>
              <a:ext cx="113699" cy="245855"/>
            </a:xfrm>
            <a:custGeom>
              <a:avLst/>
              <a:gdLst>
                <a:gd name="connsiteX0" fmla="*/ 0 w 113699"/>
                <a:gd name="connsiteY0" fmla="*/ 49657 h 245855"/>
                <a:gd name="connsiteX1" fmla="*/ 0 w 113699"/>
                <a:gd name="connsiteY1" fmla="*/ 75180 h 245855"/>
                <a:gd name="connsiteX2" fmla="*/ 32634 w 113699"/>
                <a:gd name="connsiteY2" fmla="*/ 75180 h 245855"/>
                <a:gd name="connsiteX3" fmla="*/ 32634 w 113699"/>
                <a:gd name="connsiteY3" fmla="*/ 196025 h 245855"/>
                <a:gd name="connsiteX4" fmla="*/ 86620 w 113699"/>
                <a:gd name="connsiteY4" fmla="*/ 245856 h 245855"/>
                <a:gd name="connsiteX5" fmla="*/ 110748 w 113699"/>
                <a:gd name="connsiteY5" fmla="*/ 243078 h 245855"/>
                <a:gd name="connsiteX6" fmla="*/ 110748 w 113699"/>
                <a:gd name="connsiteY6" fmla="*/ 215992 h 245855"/>
                <a:gd name="connsiteX7" fmla="*/ 92348 w 113699"/>
                <a:gd name="connsiteY7" fmla="*/ 218770 h 245855"/>
                <a:gd name="connsiteX8" fmla="*/ 69608 w 113699"/>
                <a:gd name="connsiteY8" fmla="*/ 198803 h 245855"/>
                <a:gd name="connsiteX9" fmla="*/ 69608 w 113699"/>
                <a:gd name="connsiteY9" fmla="*/ 76743 h 245855"/>
                <a:gd name="connsiteX10" fmla="*/ 113699 w 113699"/>
                <a:gd name="connsiteY10" fmla="*/ 76743 h 245855"/>
                <a:gd name="connsiteX11" fmla="*/ 113699 w 113699"/>
                <a:gd name="connsiteY11" fmla="*/ 51220 h 245855"/>
                <a:gd name="connsiteX12" fmla="*/ 69608 w 113699"/>
                <a:gd name="connsiteY12" fmla="*/ 51220 h 245855"/>
                <a:gd name="connsiteX13" fmla="*/ 69608 w 113699"/>
                <a:gd name="connsiteY13" fmla="*/ 0 h 245855"/>
                <a:gd name="connsiteX14" fmla="*/ 34023 w 113699"/>
                <a:gd name="connsiteY14" fmla="*/ 11459 h 245855"/>
                <a:gd name="connsiteX15" fmla="*/ 34023 w 113699"/>
                <a:gd name="connsiteY15" fmla="*/ 51220 h 245855"/>
                <a:gd name="connsiteX16" fmla="*/ 0 w 113699"/>
                <a:gd name="connsiteY16" fmla="*/ 49657 h 2458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13699" h="245855">
                  <a:moveTo>
                    <a:pt x="0" y="49657"/>
                  </a:moveTo>
                  <a:lnTo>
                    <a:pt x="0" y="75180"/>
                  </a:lnTo>
                  <a:lnTo>
                    <a:pt x="32634" y="75180"/>
                  </a:lnTo>
                  <a:lnTo>
                    <a:pt x="32634" y="196025"/>
                  </a:lnTo>
                  <a:cubicBezTo>
                    <a:pt x="32634" y="221548"/>
                    <a:pt x="32634" y="245856"/>
                    <a:pt x="86620" y="245856"/>
                  </a:cubicBezTo>
                  <a:cubicBezTo>
                    <a:pt x="95125" y="245856"/>
                    <a:pt x="102243" y="244467"/>
                    <a:pt x="110748" y="243078"/>
                  </a:cubicBezTo>
                  <a:lnTo>
                    <a:pt x="110748" y="215992"/>
                  </a:lnTo>
                  <a:cubicBezTo>
                    <a:pt x="105020" y="217381"/>
                    <a:pt x="97903" y="218770"/>
                    <a:pt x="92348" y="218770"/>
                  </a:cubicBezTo>
                  <a:cubicBezTo>
                    <a:pt x="79503" y="218770"/>
                    <a:pt x="69608" y="211651"/>
                    <a:pt x="69608" y="198803"/>
                  </a:cubicBezTo>
                  <a:lnTo>
                    <a:pt x="69608" y="76743"/>
                  </a:lnTo>
                  <a:lnTo>
                    <a:pt x="113699" y="76743"/>
                  </a:lnTo>
                  <a:lnTo>
                    <a:pt x="113699" y="51220"/>
                  </a:lnTo>
                  <a:lnTo>
                    <a:pt x="69608" y="51220"/>
                  </a:lnTo>
                  <a:lnTo>
                    <a:pt x="69608" y="0"/>
                  </a:lnTo>
                  <a:lnTo>
                    <a:pt x="34023" y="11459"/>
                  </a:lnTo>
                  <a:lnTo>
                    <a:pt x="34023" y="51220"/>
                  </a:lnTo>
                  <a:lnTo>
                    <a:pt x="0" y="49657"/>
                  </a:lnTo>
                  <a:close/>
                </a:path>
              </a:pathLst>
            </a:custGeom>
            <a:solidFill>
              <a:srgbClr val="FFFFFF"/>
            </a:solidFill>
            <a:ln w="173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9" name="Vrije vorm: vorm 28">
              <a:extLst>
                <a:ext uri="{FF2B5EF4-FFF2-40B4-BE49-F238E27FC236}">
                  <a16:creationId xmlns:a16="http://schemas.microsoft.com/office/drawing/2014/main" id="{6F52DDD2-B124-1FEF-0F68-3980EB3898A2}"/>
                </a:ext>
              </a:extLst>
            </p:cNvPr>
            <p:cNvSpPr/>
            <p:nvPr/>
          </p:nvSpPr>
          <p:spPr>
            <a:xfrm>
              <a:off x="1332730" y="6134967"/>
              <a:ext cx="221843" cy="272941"/>
            </a:xfrm>
            <a:custGeom>
              <a:avLst/>
              <a:gdLst>
                <a:gd name="connsiteX0" fmla="*/ 0 w 221843"/>
                <a:gd name="connsiteY0" fmla="*/ 272941 h 272941"/>
                <a:gd name="connsiteX1" fmla="*/ 93910 w 221843"/>
                <a:gd name="connsiteY1" fmla="*/ 272941 h 272941"/>
                <a:gd name="connsiteX2" fmla="*/ 221844 w 221843"/>
                <a:gd name="connsiteY2" fmla="*/ 136471 h 272941"/>
                <a:gd name="connsiteX3" fmla="*/ 93910 w 221843"/>
                <a:gd name="connsiteY3" fmla="*/ 0 h 272941"/>
                <a:gd name="connsiteX4" fmla="*/ 0 w 221843"/>
                <a:gd name="connsiteY4" fmla="*/ 0 h 272941"/>
                <a:gd name="connsiteX5" fmla="*/ 0 w 221843"/>
                <a:gd name="connsiteY5" fmla="*/ 272941 h 272941"/>
                <a:gd name="connsiteX6" fmla="*/ 38363 w 221843"/>
                <a:gd name="connsiteY6" fmla="*/ 32468 h 272941"/>
                <a:gd name="connsiteX7" fmla="*/ 93737 w 221843"/>
                <a:gd name="connsiteY7" fmla="*/ 32468 h 272941"/>
                <a:gd name="connsiteX8" fmla="*/ 183307 w 221843"/>
                <a:gd name="connsiteY8" fmla="*/ 136297 h 272941"/>
                <a:gd name="connsiteX9" fmla="*/ 93737 w 221843"/>
                <a:gd name="connsiteY9" fmla="*/ 240126 h 272941"/>
                <a:gd name="connsiteX10" fmla="*/ 38363 w 221843"/>
                <a:gd name="connsiteY10" fmla="*/ 240126 h 272941"/>
                <a:gd name="connsiteX11" fmla="*/ 38363 w 221843"/>
                <a:gd name="connsiteY11" fmla="*/ 32468 h 2729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21843" h="272941">
                  <a:moveTo>
                    <a:pt x="0" y="272941"/>
                  </a:moveTo>
                  <a:lnTo>
                    <a:pt x="93910" y="272941"/>
                  </a:lnTo>
                  <a:cubicBezTo>
                    <a:pt x="210561" y="272941"/>
                    <a:pt x="221844" y="174842"/>
                    <a:pt x="221844" y="136471"/>
                  </a:cubicBezTo>
                  <a:cubicBezTo>
                    <a:pt x="221844" y="99488"/>
                    <a:pt x="208998" y="0"/>
                    <a:pt x="93910" y="0"/>
                  </a:cubicBezTo>
                  <a:lnTo>
                    <a:pt x="0" y="0"/>
                  </a:lnTo>
                  <a:lnTo>
                    <a:pt x="0" y="272941"/>
                  </a:lnTo>
                  <a:close/>
                  <a:moveTo>
                    <a:pt x="38363" y="32468"/>
                  </a:moveTo>
                  <a:lnTo>
                    <a:pt x="93737" y="32468"/>
                  </a:lnTo>
                  <a:cubicBezTo>
                    <a:pt x="156228" y="32468"/>
                    <a:pt x="183307" y="79347"/>
                    <a:pt x="183307" y="136297"/>
                  </a:cubicBezTo>
                  <a:cubicBezTo>
                    <a:pt x="183307" y="193247"/>
                    <a:pt x="157790" y="240126"/>
                    <a:pt x="93737" y="240126"/>
                  </a:cubicBezTo>
                  <a:lnTo>
                    <a:pt x="38363" y="240126"/>
                  </a:lnTo>
                  <a:cubicBezTo>
                    <a:pt x="38363" y="240126"/>
                    <a:pt x="38363" y="32468"/>
                    <a:pt x="38363" y="32468"/>
                  </a:cubicBezTo>
                  <a:close/>
                </a:path>
              </a:pathLst>
            </a:custGeom>
            <a:solidFill>
              <a:srgbClr val="FFFFFF"/>
            </a:solidFill>
            <a:ln w="173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</p:spTree>
    <p:extLst>
      <p:ext uri="{BB962C8B-B14F-4D97-AF65-F5344CB8AC3E}">
        <p14:creationId xmlns:p14="http://schemas.microsoft.com/office/powerpoint/2010/main" val="292673781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echthoek 20">
            <a:extLst>
              <a:ext uri="{FF2B5EF4-FFF2-40B4-BE49-F238E27FC236}">
                <a16:creationId xmlns:a16="http://schemas.microsoft.com/office/drawing/2014/main" id="{8778B65F-BF88-4C17-8B7E-1110F69AEE26}"/>
              </a:ext>
            </a:extLst>
          </p:cNvPr>
          <p:cNvSpPr/>
          <p:nvPr userDrawn="1"/>
        </p:nvSpPr>
        <p:spPr>
          <a:xfrm>
            <a:off x="0" y="-441330"/>
            <a:ext cx="457369" cy="276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lvl="0"/>
            <a:r>
              <a:rPr lang="en-GB" sz="1800" b="1" cap="none" baseline="0" noProof="0">
                <a:solidFill>
                  <a:schemeClr val="accent1"/>
                </a:solidFill>
                <a:latin typeface="+mj-lt"/>
              </a:rPr>
              <a:t>Text</a:t>
            </a:r>
          </a:p>
        </p:txBody>
      </p:sp>
      <p:sp>
        <p:nvSpPr>
          <p:cNvPr id="2" name="Tijdelijke aanduiding voor datum 1">
            <a:extLst>
              <a:ext uri="{FF2B5EF4-FFF2-40B4-BE49-F238E27FC236}">
                <a16:creationId xmlns:a16="http://schemas.microsoft.com/office/drawing/2014/main" id="{807AA2A9-52F4-4F7D-8523-63C6A6561FDB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fld id="{303B48DA-2759-4DC2-ADEB-419D18991E4A}" type="datetime1">
              <a:rPr lang="nl-NL" smtClean="0"/>
              <a:t>12-6-2026</a:t>
            </a:fld>
            <a:endParaRPr lang="en-GB"/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7B990ADF-91B8-4E79-82C1-A3A57F190DC3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fld id="{9E843DB9-9987-4157-AB9C-CEA8D7D910BB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7" name="Tijdelijke aanduiding voor tekst 6">
            <a:extLst>
              <a:ext uri="{FF2B5EF4-FFF2-40B4-BE49-F238E27FC236}">
                <a16:creationId xmlns:a16="http://schemas.microsoft.com/office/drawing/2014/main" id="{97C32B2A-67AA-E6D6-AE57-0F98725B06A3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719139" y="1565274"/>
            <a:ext cx="10752136" cy="4435476"/>
          </a:xfrm>
        </p:spPr>
        <p:txBody>
          <a:bodyPr/>
          <a:lstStyle/>
          <a:p>
            <a:pPr lvl="0"/>
            <a:r>
              <a:rPr lang="en-GB" noProof="0"/>
              <a:t>Bullet</a:t>
            </a:r>
          </a:p>
          <a:p>
            <a:pPr lvl="1"/>
            <a:r>
              <a:rPr lang="en-GB" noProof="0"/>
              <a:t>Sub-bullet </a:t>
            </a:r>
          </a:p>
          <a:p>
            <a:pPr lvl="2"/>
            <a:r>
              <a:rPr lang="en-GB" noProof="0"/>
              <a:t>Default text</a:t>
            </a:r>
            <a:br>
              <a:rPr lang="en-GB" noProof="0"/>
            </a:br>
            <a:endParaRPr lang="en-GB" noProof="0"/>
          </a:p>
          <a:p>
            <a:pPr lvl="3"/>
            <a:r>
              <a:rPr lang="en-GB" noProof="0"/>
              <a:t>Title/Quote</a:t>
            </a:r>
          </a:p>
          <a:p>
            <a:pPr lvl="4"/>
            <a:r>
              <a:rPr lang="en-GB" noProof="0"/>
              <a:t>Subtitle</a:t>
            </a:r>
          </a:p>
          <a:p>
            <a:pPr lvl="5"/>
            <a:r>
              <a:rPr lang="en-GB" noProof="0"/>
              <a:t>Default text</a:t>
            </a:r>
            <a:br>
              <a:rPr lang="en-GB" noProof="0"/>
            </a:br>
            <a:endParaRPr lang="en-GB" noProof="0"/>
          </a:p>
          <a:p>
            <a:pPr lvl="6"/>
            <a:r>
              <a:rPr lang="en-GB" noProof="0"/>
              <a:t>Numerical bullet</a:t>
            </a:r>
          </a:p>
          <a:p>
            <a:pPr lvl="7"/>
            <a:r>
              <a:rPr lang="en-GB" noProof="0"/>
              <a:t>Alphabetical bullet</a:t>
            </a:r>
          </a:p>
          <a:p>
            <a:pPr lvl="8"/>
            <a:r>
              <a:rPr lang="en-GB" noProof="0"/>
              <a:t>Source</a:t>
            </a:r>
          </a:p>
          <a:p>
            <a:pPr lvl="8"/>
            <a:endParaRPr lang="en-GB" noProof="0"/>
          </a:p>
        </p:txBody>
      </p:sp>
      <p:sp>
        <p:nvSpPr>
          <p:cNvPr id="5" name="Titel 4">
            <a:extLst>
              <a:ext uri="{FF2B5EF4-FFF2-40B4-BE49-F238E27FC236}">
                <a16:creationId xmlns:a16="http://schemas.microsoft.com/office/drawing/2014/main" id="{9B105F46-F99B-7E73-16E0-CD2C01EDC8C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GB" noProof="0"/>
              <a:t>Title goes here</a:t>
            </a:r>
            <a:endParaRPr lang="en-GB"/>
          </a:p>
        </p:txBody>
      </p:sp>
      <p:grpSp>
        <p:nvGrpSpPr>
          <p:cNvPr id="3" name="INSTRUCTION">
            <a:extLst>
              <a:ext uri="{FF2B5EF4-FFF2-40B4-BE49-F238E27FC236}">
                <a16:creationId xmlns:a16="http://schemas.microsoft.com/office/drawing/2014/main" id="{C37508DF-E7AE-13D6-A5D2-641AAF042AAA}"/>
              </a:ext>
            </a:extLst>
          </p:cNvPr>
          <p:cNvGrpSpPr/>
          <p:nvPr userDrawn="1"/>
        </p:nvGrpSpPr>
        <p:grpSpPr>
          <a:xfrm>
            <a:off x="-3786437" y="0"/>
            <a:ext cx="3693386" cy="5359349"/>
            <a:chOff x="-3786437" y="0"/>
            <a:chExt cx="3693386" cy="5359349"/>
          </a:xfrm>
        </p:grpSpPr>
        <p:sp>
          <p:nvSpPr>
            <p:cNvPr id="6" name="Rechthoek 5">
              <a:extLst>
                <a:ext uri="{FF2B5EF4-FFF2-40B4-BE49-F238E27FC236}">
                  <a16:creationId xmlns:a16="http://schemas.microsoft.com/office/drawing/2014/main" id="{5B292675-B31B-1A55-BD2C-CDC7BD1CA441}"/>
                </a:ext>
              </a:extLst>
            </p:cNvPr>
            <p:cNvSpPr/>
            <p:nvPr userDrawn="1"/>
          </p:nvSpPr>
          <p:spPr>
            <a:xfrm>
              <a:off x="-3786165" y="0"/>
              <a:ext cx="3593091" cy="4641338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ECECEC"/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80000" tIns="144000" rIns="180000" bIns="144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l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</a:pPr>
              <a:r>
                <a:rPr lang="en-GB" sz="1400" b="1" cap="all" baseline="0" noProof="0">
                  <a:solidFill>
                    <a:schemeClr val="accent1"/>
                  </a:solidFill>
                  <a:latin typeface="Calibri" panose="020F0502020204030204" pitchFamily="34" charset="0"/>
                  <a:cs typeface="Calibri" panose="020F0502020204030204" pitchFamily="34" charset="0"/>
                </a:rPr>
                <a:t>Choosing text levels</a:t>
              </a:r>
            </a:p>
          </p:txBody>
        </p:sp>
        <p:sp>
          <p:nvSpPr>
            <p:cNvPr id="8" name="Ovaal 7">
              <a:extLst>
                <a:ext uri="{FF2B5EF4-FFF2-40B4-BE49-F238E27FC236}">
                  <a16:creationId xmlns:a16="http://schemas.microsoft.com/office/drawing/2014/main" id="{A35309F0-A4E8-85D2-9E3E-CD49CB4ACB66}"/>
                </a:ext>
              </a:extLst>
            </p:cNvPr>
            <p:cNvSpPr/>
            <p:nvPr userDrawn="1"/>
          </p:nvSpPr>
          <p:spPr>
            <a:xfrm>
              <a:off x="-3604183" y="1837484"/>
              <a:ext cx="180000" cy="180000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wrap="none"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000" b="1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1</a:t>
              </a:r>
            </a:p>
          </p:txBody>
        </p:sp>
        <p:sp>
          <p:nvSpPr>
            <p:cNvPr id="9" name="Rechthoek 8">
              <a:extLst>
                <a:ext uri="{FF2B5EF4-FFF2-40B4-BE49-F238E27FC236}">
                  <a16:creationId xmlns:a16="http://schemas.microsoft.com/office/drawing/2014/main" id="{274035FC-FAE5-FEDD-FC98-2DC0B4C24BCC}"/>
                </a:ext>
              </a:extLst>
            </p:cNvPr>
            <p:cNvSpPr/>
            <p:nvPr userDrawn="1"/>
          </p:nvSpPr>
          <p:spPr>
            <a:xfrm>
              <a:off x="-3319415" y="1837484"/>
              <a:ext cx="2949220" cy="180000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357188" marR="0" lvl="0" indent="-357188" defTabSz="914400" eaLnBrk="1" fontAlgn="auto" latinLnBrk="0" hangingPunct="1">
                <a:lnSpc>
                  <a:spcPct val="10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Calibri" panose="020F0502020204030204" pitchFamily="34" charset="0"/>
                <a:buChar char="•"/>
                <a:tabLst/>
                <a:defRPr/>
              </a:pPr>
              <a:r>
                <a:rPr kumimoji="0" lang="en-GB" sz="14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j-lt"/>
                  <a:cs typeface="Calibri" panose="020F0502020204030204" pitchFamily="34" charset="0"/>
                </a:rPr>
                <a:t>Bullet</a:t>
              </a:r>
            </a:p>
          </p:txBody>
        </p:sp>
        <p:sp>
          <p:nvSpPr>
            <p:cNvPr id="10" name="Ovaal 9">
              <a:extLst>
                <a:ext uri="{FF2B5EF4-FFF2-40B4-BE49-F238E27FC236}">
                  <a16:creationId xmlns:a16="http://schemas.microsoft.com/office/drawing/2014/main" id="{37703DCC-3613-510F-E6EF-B5E9E9799A45}"/>
                </a:ext>
              </a:extLst>
            </p:cNvPr>
            <p:cNvSpPr/>
            <p:nvPr userDrawn="1"/>
          </p:nvSpPr>
          <p:spPr>
            <a:xfrm>
              <a:off x="-3604183" y="2128768"/>
              <a:ext cx="180000" cy="180000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wrap="none"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000" b="1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2</a:t>
              </a:r>
            </a:p>
          </p:txBody>
        </p:sp>
        <p:sp>
          <p:nvSpPr>
            <p:cNvPr id="11" name="Rechthoek 10">
              <a:extLst>
                <a:ext uri="{FF2B5EF4-FFF2-40B4-BE49-F238E27FC236}">
                  <a16:creationId xmlns:a16="http://schemas.microsoft.com/office/drawing/2014/main" id="{857BEEE0-E6E0-FB2B-D415-EFFBE579EBC6}"/>
                </a:ext>
              </a:extLst>
            </p:cNvPr>
            <p:cNvSpPr/>
            <p:nvPr userDrawn="1"/>
          </p:nvSpPr>
          <p:spPr>
            <a:xfrm>
              <a:off x="-3604183" y="1196113"/>
              <a:ext cx="3229047" cy="459227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2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Under the tab </a:t>
              </a:r>
              <a:r>
                <a:rPr kumimoji="0" lang="en-GB" sz="12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‘Home’</a:t>
              </a:r>
              <a:r>
                <a:rPr kumimoji="0" lang="en-GB" sz="12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, use the </a:t>
              </a:r>
              <a:r>
                <a:rPr kumimoji="0" lang="en-GB" sz="12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list level-buttons</a:t>
              </a:r>
              <a:r>
                <a:rPr kumimoji="0" lang="en-GB" sz="12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 to choose a text level. </a:t>
              </a:r>
              <a:br>
                <a:rPr kumimoji="0" lang="en-GB" sz="12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</a:br>
              <a:r>
                <a:rPr kumimoji="0" lang="en-GB" sz="12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Choose from:</a:t>
              </a:r>
            </a:p>
          </p:txBody>
        </p:sp>
        <p:sp>
          <p:nvSpPr>
            <p:cNvPr id="12" name="Rechthoek 11">
              <a:extLst>
                <a:ext uri="{FF2B5EF4-FFF2-40B4-BE49-F238E27FC236}">
                  <a16:creationId xmlns:a16="http://schemas.microsoft.com/office/drawing/2014/main" id="{4A8D04C8-99F4-D837-93EF-0CEF277D20BF}"/>
                </a:ext>
              </a:extLst>
            </p:cNvPr>
            <p:cNvSpPr/>
            <p:nvPr userDrawn="1"/>
          </p:nvSpPr>
          <p:spPr>
            <a:xfrm>
              <a:off x="-3319415" y="2128873"/>
              <a:ext cx="2949220" cy="180000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715963" marR="0" lvl="0" indent="-358775" defTabSz="914400" eaLnBrk="1" fontAlgn="auto" latinLnBrk="0" hangingPunct="1">
                <a:lnSpc>
                  <a:spcPct val="10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Calibri" panose="020F0502020204030204" pitchFamily="34" charset="0"/>
                <a:buChar char="•"/>
                <a:tabLst/>
                <a:defRPr/>
              </a:pPr>
              <a:r>
                <a:rPr kumimoji="0" lang="en-GB" sz="14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j-lt"/>
                  <a:cs typeface="Calibri" panose="020F0502020204030204" pitchFamily="34" charset="0"/>
                </a:rPr>
                <a:t>Sub-bullet </a:t>
              </a:r>
            </a:p>
          </p:txBody>
        </p:sp>
        <p:sp>
          <p:nvSpPr>
            <p:cNvPr id="13" name="Ovaal 12">
              <a:extLst>
                <a:ext uri="{FF2B5EF4-FFF2-40B4-BE49-F238E27FC236}">
                  <a16:creationId xmlns:a16="http://schemas.microsoft.com/office/drawing/2014/main" id="{885181B5-3158-376F-D926-AFA9513F2A9E}"/>
                </a:ext>
              </a:extLst>
            </p:cNvPr>
            <p:cNvSpPr/>
            <p:nvPr userDrawn="1"/>
          </p:nvSpPr>
          <p:spPr>
            <a:xfrm>
              <a:off x="-3604183" y="2420052"/>
              <a:ext cx="180000" cy="180000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wrap="none"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000" b="1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3</a:t>
              </a:r>
            </a:p>
          </p:txBody>
        </p:sp>
        <p:sp>
          <p:nvSpPr>
            <p:cNvPr id="14" name="Rechthoek 13">
              <a:extLst>
                <a:ext uri="{FF2B5EF4-FFF2-40B4-BE49-F238E27FC236}">
                  <a16:creationId xmlns:a16="http://schemas.microsoft.com/office/drawing/2014/main" id="{B32DDA1C-171F-8981-2B90-6FD5AE5AE94F}"/>
                </a:ext>
              </a:extLst>
            </p:cNvPr>
            <p:cNvSpPr/>
            <p:nvPr userDrawn="1"/>
          </p:nvSpPr>
          <p:spPr>
            <a:xfrm>
              <a:off x="-3319415" y="2420262"/>
              <a:ext cx="2949220" cy="180000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Calibri" panose="020F0502020204030204" pitchFamily="34" charset="0"/>
                <a:buNone/>
                <a:tabLst/>
                <a:defRPr/>
              </a:pPr>
              <a:r>
                <a:rPr kumimoji="0" lang="en-GB" sz="14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j-lt"/>
                  <a:cs typeface="Calibri" panose="020F0502020204030204" pitchFamily="34" charset="0"/>
                </a:rPr>
                <a:t>Default text</a:t>
              </a:r>
            </a:p>
          </p:txBody>
        </p:sp>
        <p:sp>
          <p:nvSpPr>
            <p:cNvPr id="15" name="Ovaal 14">
              <a:extLst>
                <a:ext uri="{FF2B5EF4-FFF2-40B4-BE49-F238E27FC236}">
                  <a16:creationId xmlns:a16="http://schemas.microsoft.com/office/drawing/2014/main" id="{3A02263B-52A4-C14C-D38F-4716D86E6247}"/>
                </a:ext>
              </a:extLst>
            </p:cNvPr>
            <p:cNvSpPr/>
            <p:nvPr userDrawn="1"/>
          </p:nvSpPr>
          <p:spPr>
            <a:xfrm>
              <a:off x="-3604183" y="2711336"/>
              <a:ext cx="180000" cy="180000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wrap="none"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000" b="1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4</a:t>
              </a:r>
            </a:p>
          </p:txBody>
        </p:sp>
        <p:sp>
          <p:nvSpPr>
            <p:cNvPr id="16" name="Rechthoek 15">
              <a:extLst>
                <a:ext uri="{FF2B5EF4-FFF2-40B4-BE49-F238E27FC236}">
                  <a16:creationId xmlns:a16="http://schemas.microsoft.com/office/drawing/2014/main" id="{A6C7CC7F-B1A2-466F-BC08-67D17171E5CA}"/>
                </a:ext>
              </a:extLst>
            </p:cNvPr>
            <p:cNvSpPr/>
            <p:nvPr userDrawn="1"/>
          </p:nvSpPr>
          <p:spPr>
            <a:xfrm>
              <a:off x="-3319415" y="2711651"/>
              <a:ext cx="2949220" cy="180000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Calibri" panose="020F0502020204030204" pitchFamily="34" charset="0"/>
                <a:buNone/>
                <a:tabLst/>
                <a:defRPr/>
              </a:pPr>
              <a:r>
                <a:rPr kumimoji="0" lang="en-GB" sz="2400" b="1" i="0" u="none" strike="noStrike" kern="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j-lt"/>
                  <a:cs typeface="Calibri" panose="020F0502020204030204" pitchFamily="34" charset="0"/>
                </a:rPr>
                <a:t>Title/Quote</a:t>
              </a:r>
            </a:p>
          </p:txBody>
        </p:sp>
        <p:sp>
          <p:nvSpPr>
            <p:cNvPr id="17" name="Ovaal 16">
              <a:extLst>
                <a:ext uri="{FF2B5EF4-FFF2-40B4-BE49-F238E27FC236}">
                  <a16:creationId xmlns:a16="http://schemas.microsoft.com/office/drawing/2014/main" id="{6A00CAE5-EA4E-3025-8837-EA7504B1D9F6}"/>
                </a:ext>
              </a:extLst>
            </p:cNvPr>
            <p:cNvSpPr/>
            <p:nvPr userDrawn="1"/>
          </p:nvSpPr>
          <p:spPr>
            <a:xfrm>
              <a:off x="-3604183" y="3002620"/>
              <a:ext cx="180000" cy="180000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wrap="none"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000" b="1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5</a:t>
              </a:r>
            </a:p>
          </p:txBody>
        </p:sp>
        <p:sp>
          <p:nvSpPr>
            <p:cNvPr id="18" name="Rechthoek 17">
              <a:extLst>
                <a:ext uri="{FF2B5EF4-FFF2-40B4-BE49-F238E27FC236}">
                  <a16:creationId xmlns:a16="http://schemas.microsoft.com/office/drawing/2014/main" id="{F41C09A2-C386-E45E-EA25-81D4F1651481}"/>
                </a:ext>
              </a:extLst>
            </p:cNvPr>
            <p:cNvSpPr/>
            <p:nvPr userDrawn="1"/>
          </p:nvSpPr>
          <p:spPr>
            <a:xfrm>
              <a:off x="-3319415" y="3003040"/>
              <a:ext cx="2949220" cy="180000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Calibri" panose="020F0502020204030204" pitchFamily="34" charset="0"/>
                <a:buNone/>
                <a:tabLst/>
                <a:defRPr/>
              </a:pPr>
              <a:r>
                <a:rPr kumimoji="0" lang="en-GB" sz="1800" b="0" i="0" u="none" strike="noStrike" kern="0" cap="none" spc="0" normalizeH="0" baseline="0" noProof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+mj-lt"/>
                  <a:cs typeface="Calibri" panose="020F0502020204030204" pitchFamily="34" charset="0"/>
                </a:rPr>
                <a:t>Subtitle</a:t>
              </a:r>
            </a:p>
          </p:txBody>
        </p:sp>
        <p:sp>
          <p:nvSpPr>
            <p:cNvPr id="19" name="Ovaal 18">
              <a:extLst>
                <a:ext uri="{FF2B5EF4-FFF2-40B4-BE49-F238E27FC236}">
                  <a16:creationId xmlns:a16="http://schemas.microsoft.com/office/drawing/2014/main" id="{9B5207EA-F3B0-451A-9F45-19370FF77EB5}"/>
                </a:ext>
              </a:extLst>
            </p:cNvPr>
            <p:cNvSpPr/>
            <p:nvPr userDrawn="1"/>
          </p:nvSpPr>
          <p:spPr>
            <a:xfrm>
              <a:off x="-3604183" y="3293904"/>
              <a:ext cx="180000" cy="180000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wrap="none"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000" b="1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6</a:t>
              </a:r>
            </a:p>
          </p:txBody>
        </p:sp>
        <p:sp>
          <p:nvSpPr>
            <p:cNvPr id="20" name="Rechthoek 19">
              <a:extLst>
                <a:ext uri="{FF2B5EF4-FFF2-40B4-BE49-F238E27FC236}">
                  <a16:creationId xmlns:a16="http://schemas.microsoft.com/office/drawing/2014/main" id="{205AA4BC-7FD8-C844-72C1-057F452AA55F}"/>
                </a:ext>
              </a:extLst>
            </p:cNvPr>
            <p:cNvSpPr/>
            <p:nvPr userDrawn="1"/>
          </p:nvSpPr>
          <p:spPr>
            <a:xfrm>
              <a:off x="-3319415" y="3585818"/>
              <a:ext cx="2949220" cy="180000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357188" marR="0" lvl="0" indent="-357188" defTabSz="914400" eaLnBrk="1" fontAlgn="auto" latinLnBrk="0" hangingPunct="1">
                <a:lnSpc>
                  <a:spcPct val="10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+mj-lt"/>
                <a:buAutoNum type="arabicPeriod"/>
                <a:tabLst/>
                <a:defRPr/>
              </a:pPr>
              <a:r>
                <a:rPr kumimoji="0" lang="en-GB" sz="1400" b="0" i="0" u="none" strike="noStrike" kern="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j-lt"/>
                  <a:cs typeface="Calibri" panose="020F0502020204030204" pitchFamily="34" charset="0"/>
                </a:rPr>
                <a:t>Numerical bullet</a:t>
              </a:r>
            </a:p>
          </p:txBody>
        </p:sp>
        <p:sp>
          <p:nvSpPr>
            <p:cNvPr id="22" name="Ovaal 21">
              <a:extLst>
                <a:ext uri="{FF2B5EF4-FFF2-40B4-BE49-F238E27FC236}">
                  <a16:creationId xmlns:a16="http://schemas.microsoft.com/office/drawing/2014/main" id="{AFC95C2C-6412-7491-A24B-BE1590B0990F}"/>
                </a:ext>
              </a:extLst>
            </p:cNvPr>
            <p:cNvSpPr/>
            <p:nvPr userDrawn="1"/>
          </p:nvSpPr>
          <p:spPr>
            <a:xfrm>
              <a:off x="-3604183" y="3585188"/>
              <a:ext cx="180000" cy="180000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wrap="none"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000" b="1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7</a:t>
              </a:r>
            </a:p>
          </p:txBody>
        </p:sp>
        <p:sp>
          <p:nvSpPr>
            <p:cNvPr id="23" name="Rechthoek 22">
              <a:extLst>
                <a:ext uri="{FF2B5EF4-FFF2-40B4-BE49-F238E27FC236}">
                  <a16:creationId xmlns:a16="http://schemas.microsoft.com/office/drawing/2014/main" id="{032E4A44-CF49-C369-C31E-82F68244C422}"/>
                </a:ext>
              </a:extLst>
            </p:cNvPr>
            <p:cNvSpPr/>
            <p:nvPr userDrawn="1"/>
          </p:nvSpPr>
          <p:spPr>
            <a:xfrm>
              <a:off x="-3325830" y="3877207"/>
              <a:ext cx="2949220" cy="180000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342900" marR="0" lvl="0" indent="-342900" defTabSz="914400" eaLnBrk="1" fontAlgn="auto" latinLnBrk="0" hangingPunct="1">
                <a:lnSpc>
                  <a:spcPct val="10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+mj-lt"/>
                <a:buAutoNum type="alphaLcPeriod"/>
                <a:tabLst/>
                <a:defRPr/>
              </a:pPr>
              <a:r>
                <a:rPr kumimoji="0" lang="en-GB" sz="1400" b="0" i="0" u="none" strike="noStrike" kern="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j-lt"/>
                  <a:cs typeface="Calibri" panose="020F0502020204030204" pitchFamily="34" charset="0"/>
                </a:rPr>
                <a:t>Alphabetical bullet</a:t>
              </a:r>
            </a:p>
          </p:txBody>
        </p:sp>
        <p:sp>
          <p:nvSpPr>
            <p:cNvPr id="24" name="Ovaal 23">
              <a:extLst>
                <a:ext uri="{FF2B5EF4-FFF2-40B4-BE49-F238E27FC236}">
                  <a16:creationId xmlns:a16="http://schemas.microsoft.com/office/drawing/2014/main" id="{B88B0BBC-401D-B4B9-EAB9-5F732A603B2F}"/>
                </a:ext>
              </a:extLst>
            </p:cNvPr>
            <p:cNvSpPr/>
            <p:nvPr userDrawn="1"/>
          </p:nvSpPr>
          <p:spPr>
            <a:xfrm>
              <a:off x="-3604183" y="3876472"/>
              <a:ext cx="180000" cy="180000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wrap="none"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000" b="1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8</a:t>
              </a:r>
            </a:p>
          </p:txBody>
        </p:sp>
        <p:sp>
          <p:nvSpPr>
            <p:cNvPr id="25" name="Rechthoek 24">
              <a:extLst>
                <a:ext uri="{FF2B5EF4-FFF2-40B4-BE49-F238E27FC236}">
                  <a16:creationId xmlns:a16="http://schemas.microsoft.com/office/drawing/2014/main" id="{10923C3B-92D8-3D47-9A1C-12BD19290B48}"/>
                </a:ext>
              </a:extLst>
            </p:cNvPr>
            <p:cNvSpPr/>
            <p:nvPr userDrawn="1"/>
          </p:nvSpPr>
          <p:spPr>
            <a:xfrm>
              <a:off x="-3319415" y="4168594"/>
              <a:ext cx="2949220" cy="180000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tx1"/>
                </a:buClr>
                <a:buSzTx/>
                <a:buFont typeface="Calibri" panose="020F0502020204030204" pitchFamily="34" charset="0"/>
                <a:buNone/>
                <a:tabLst/>
                <a:defRPr/>
              </a:pPr>
              <a:r>
                <a:rPr kumimoji="0" lang="en-GB" sz="1200" b="0" i="1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j-lt"/>
                  <a:cs typeface="Calibri" panose="020F0502020204030204" pitchFamily="34" charset="0"/>
                </a:rPr>
                <a:t>Source</a:t>
              </a:r>
            </a:p>
          </p:txBody>
        </p:sp>
        <p:sp>
          <p:nvSpPr>
            <p:cNvPr id="26" name="Ovaal 25">
              <a:extLst>
                <a:ext uri="{FF2B5EF4-FFF2-40B4-BE49-F238E27FC236}">
                  <a16:creationId xmlns:a16="http://schemas.microsoft.com/office/drawing/2014/main" id="{00353552-7BED-DF4A-354B-1CF349A225AF}"/>
                </a:ext>
              </a:extLst>
            </p:cNvPr>
            <p:cNvSpPr/>
            <p:nvPr userDrawn="1"/>
          </p:nvSpPr>
          <p:spPr>
            <a:xfrm>
              <a:off x="-3604183" y="4168594"/>
              <a:ext cx="180000" cy="180000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wrap="none"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000" b="1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9</a:t>
              </a:r>
            </a:p>
          </p:txBody>
        </p:sp>
        <p:sp>
          <p:nvSpPr>
            <p:cNvPr id="27" name="Rechthoek 26">
              <a:extLst>
                <a:ext uri="{FF2B5EF4-FFF2-40B4-BE49-F238E27FC236}">
                  <a16:creationId xmlns:a16="http://schemas.microsoft.com/office/drawing/2014/main" id="{A0A50B02-FA01-EBB9-5857-57CCBD40A9DB}"/>
                </a:ext>
              </a:extLst>
            </p:cNvPr>
            <p:cNvSpPr/>
            <p:nvPr userDrawn="1"/>
          </p:nvSpPr>
          <p:spPr>
            <a:xfrm>
              <a:off x="-3319415" y="3294429"/>
              <a:ext cx="2949220" cy="180000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Calibri" panose="020F0502020204030204" pitchFamily="34" charset="0"/>
                <a:buNone/>
                <a:tabLst/>
                <a:defRPr/>
              </a:pPr>
              <a:r>
                <a:rPr kumimoji="0" lang="en-GB" sz="14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j-lt"/>
                  <a:cs typeface="Calibri" panose="020F0502020204030204" pitchFamily="34" charset="0"/>
                </a:rPr>
                <a:t>Default text</a:t>
              </a:r>
            </a:p>
          </p:txBody>
        </p:sp>
        <p:sp>
          <p:nvSpPr>
            <p:cNvPr id="28" name="Rechthoek 27">
              <a:extLst>
                <a:ext uri="{FF2B5EF4-FFF2-40B4-BE49-F238E27FC236}">
                  <a16:creationId xmlns:a16="http://schemas.microsoft.com/office/drawing/2014/main" id="{4D2AF1E5-FFF3-DAA5-C984-86F4BCBE2FB2}"/>
                </a:ext>
              </a:extLst>
            </p:cNvPr>
            <p:cNvSpPr/>
            <p:nvPr userDrawn="1"/>
          </p:nvSpPr>
          <p:spPr>
            <a:xfrm>
              <a:off x="-3786437" y="4531349"/>
              <a:ext cx="3593637" cy="828000"/>
            </a:xfrm>
            <a:prstGeom prst="rect">
              <a:avLst/>
            </a:prstGeom>
            <a:solidFill>
              <a:srgbClr val="ECECEC"/>
            </a:solidFill>
            <a:ln w="6350">
              <a:solidFill>
                <a:srgbClr val="ECECEC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80000" tIns="144000" rIns="180000" bIns="144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l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</a:pPr>
              <a:r>
                <a:rPr lang="en-GB" sz="1200" b="1" cap="all" baseline="0" noProof="0">
                  <a:solidFill>
                    <a:srgbClr val="211F26"/>
                  </a:solidFill>
                  <a:latin typeface="Calibri" panose="020F0502020204030204" pitchFamily="34" charset="0"/>
                  <a:cs typeface="Calibri" panose="020F0502020204030204" pitchFamily="34" charset="0"/>
                </a:rPr>
                <a:t>Want to know more?</a:t>
              </a:r>
              <a:br>
                <a:rPr lang="en-GB" sz="1200" b="1" cap="all" baseline="0" noProof="0">
                  <a:solidFill>
                    <a:srgbClr val="211F26"/>
                  </a:solidFill>
                  <a:latin typeface="Calibri" panose="020F0502020204030204" pitchFamily="34" charset="0"/>
                  <a:cs typeface="Calibri" panose="020F0502020204030204" pitchFamily="34" charset="0"/>
                </a:rPr>
              </a:br>
              <a:r>
                <a:rPr lang="en-GB" sz="1200" cap="none" baseline="0" noProof="0">
                  <a:solidFill>
                    <a:srgbClr val="211F26"/>
                  </a:solidFill>
                  <a:latin typeface="Calibri" panose="020F0502020204030204" pitchFamily="34" charset="0"/>
                  <a:cs typeface="Calibri" panose="020F0502020204030204" pitchFamily="34" charset="0"/>
                </a:rPr>
                <a:t>Go to the </a:t>
              </a:r>
              <a:r>
                <a:rPr lang="en-GB" sz="1200" kern="1200" cap="none" baseline="0" noProof="0">
                  <a:solidFill>
                    <a:srgbClr val="211F26"/>
                  </a:solidFill>
                  <a:latin typeface="Calibri" panose="020F0502020204030204" pitchFamily="34" charset="0"/>
                  <a:ea typeface="+mn-ea"/>
                  <a:cs typeface="Calibri" panose="020F0502020204030204" pitchFamily="34" charset="0"/>
                </a:rPr>
                <a:t>tab</a:t>
              </a:r>
              <a:r>
                <a:rPr lang="en-GB" sz="1200" b="1" cap="all" baseline="0" noProof="0">
                  <a:solidFill>
                    <a:srgbClr val="211F26"/>
                  </a:solidFill>
                  <a:latin typeface="Calibri" panose="020F0502020204030204" pitchFamily="34" charset="0"/>
                  <a:cs typeface="Calibri" panose="020F0502020204030204" pitchFamily="34" charset="0"/>
                </a:rPr>
                <a:t> 'SLIDEBUILDER’ </a:t>
              </a:r>
              <a:r>
                <a:rPr lang="en-GB" sz="1200" kern="1200" cap="none" baseline="0" noProof="0">
                  <a:solidFill>
                    <a:srgbClr val="211F26"/>
                  </a:solidFill>
                  <a:latin typeface="Calibri" panose="020F0502020204030204" pitchFamily="34" charset="0"/>
                  <a:ea typeface="+mn-ea"/>
                  <a:cs typeface="Calibri" panose="020F0502020204030204" pitchFamily="34" charset="0"/>
                </a:rPr>
                <a:t>and click</a:t>
              </a:r>
              <a:br>
                <a:rPr lang="en-GB" sz="1200" kern="1200" cap="none" baseline="0" noProof="0">
                  <a:solidFill>
                    <a:srgbClr val="211F26"/>
                  </a:solidFill>
                  <a:latin typeface="Calibri" panose="020F0502020204030204" pitchFamily="34" charset="0"/>
                  <a:ea typeface="+mn-ea"/>
                  <a:cs typeface="Calibri" panose="020F0502020204030204" pitchFamily="34" charset="0"/>
                </a:rPr>
              </a:br>
              <a:r>
                <a:rPr lang="en-GB" sz="1200" kern="1200" cap="none" baseline="0" noProof="0">
                  <a:solidFill>
                    <a:srgbClr val="211F26"/>
                  </a:solidFill>
                  <a:latin typeface="Calibri" panose="020F0502020204030204" pitchFamily="34" charset="0"/>
                  <a:ea typeface="+mn-ea"/>
                  <a:cs typeface="Calibri" panose="020F0502020204030204" pitchFamily="34" charset="0"/>
                </a:rPr>
                <a:t>on the button </a:t>
              </a:r>
              <a:r>
                <a:rPr lang="en-GB" sz="1200" b="1" cap="all" baseline="0" noProof="0">
                  <a:solidFill>
                    <a:srgbClr val="211F26"/>
                  </a:solidFill>
                  <a:latin typeface="Calibri" panose="020F0502020204030204" pitchFamily="34" charset="0"/>
                  <a:cs typeface="Calibri" panose="020F0502020204030204" pitchFamily="34" charset="0"/>
                </a:rPr>
                <a:t>‘Inspiration'</a:t>
              </a:r>
            </a:p>
          </p:txBody>
        </p:sp>
        <p:grpSp>
          <p:nvGrpSpPr>
            <p:cNvPr id="29" name="ICOON_info">
              <a:extLst>
                <a:ext uri="{FF2B5EF4-FFF2-40B4-BE49-F238E27FC236}">
                  <a16:creationId xmlns:a16="http://schemas.microsoft.com/office/drawing/2014/main" id="{2748128B-F3DF-8964-29ED-3D14A1FB1EF0}"/>
                </a:ext>
              </a:extLst>
            </p:cNvPr>
            <p:cNvGrpSpPr/>
            <p:nvPr userDrawn="1"/>
          </p:nvGrpSpPr>
          <p:grpSpPr>
            <a:xfrm>
              <a:off x="-376736" y="4400186"/>
              <a:ext cx="283685" cy="283685"/>
              <a:chOff x="-510741" y="5913713"/>
              <a:chExt cx="267555" cy="267555"/>
            </a:xfrm>
          </p:grpSpPr>
          <p:sp>
            <p:nvSpPr>
              <p:cNvPr id="77" name="Ovaal 76">
                <a:extLst>
                  <a:ext uri="{FF2B5EF4-FFF2-40B4-BE49-F238E27FC236}">
                    <a16:creationId xmlns:a16="http://schemas.microsoft.com/office/drawing/2014/main" id="{DDA583D6-D08D-95C4-A005-D82C60FD32FC}"/>
                  </a:ext>
                </a:extLst>
              </p:cNvPr>
              <p:cNvSpPr/>
              <p:nvPr userDrawn="1"/>
            </p:nvSpPr>
            <p:spPr>
              <a:xfrm>
                <a:off x="-491853" y="5932072"/>
                <a:ext cx="230835" cy="230835"/>
              </a:xfrm>
              <a:prstGeom prst="ellipse">
                <a:avLst/>
              </a:prstGeom>
              <a:solidFill>
                <a:srgbClr val="211F2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80000" tIns="180000" rIns="180000" bIns="180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en-GB" sz="1600" cap="all" baseline="0" noProof="0">
                  <a:latin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  <p:sp>
            <p:nvSpPr>
              <p:cNvPr id="78" name="Graphic 163" descr="Informatie">
                <a:extLst>
                  <a:ext uri="{FF2B5EF4-FFF2-40B4-BE49-F238E27FC236}">
                    <a16:creationId xmlns:a16="http://schemas.microsoft.com/office/drawing/2014/main" id="{C4BE452F-9BDF-A18D-0A7D-AE18F26993F0}"/>
                  </a:ext>
                </a:extLst>
              </p:cNvPr>
              <p:cNvSpPr/>
              <p:nvPr/>
            </p:nvSpPr>
            <p:spPr>
              <a:xfrm>
                <a:off x="-510741" y="5913713"/>
                <a:ext cx="267555" cy="267555"/>
              </a:xfrm>
              <a:custGeom>
                <a:avLst/>
                <a:gdLst>
                  <a:gd name="connsiteX0" fmla="*/ 145860 w 291719"/>
                  <a:gd name="connsiteY0" fmla="*/ 0 h 291719"/>
                  <a:gd name="connsiteX1" fmla="*/ 0 w 291719"/>
                  <a:gd name="connsiteY1" fmla="*/ 145860 h 291719"/>
                  <a:gd name="connsiteX2" fmla="*/ 145860 w 291719"/>
                  <a:gd name="connsiteY2" fmla="*/ 291720 h 291719"/>
                  <a:gd name="connsiteX3" fmla="*/ 291720 w 291719"/>
                  <a:gd name="connsiteY3" fmla="*/ 145860 h 291719"/>
                  <a:gd name="connsiteX4" fmla="*/ 145860 w 291719"/>
                  <a:gd name="connsiteY4" fmla="*/ 0 h 291719"/>
                  <a:gd name="connsiteX5" fmla="*/ 138183 w 291719"/>
                  <a:gd name="connsiteY5" fmla="*/ 38384 h 291719"/>
                  <a:gd name="connsiteX6" fmla="*/ 157375 w 291719"/>
                  <a:gd name="connsiteY6" fmla="*/ 57576 h 291719"/>
                  <a:gd name="connsiteX7" fmla="*/ 138183 w 291719"/>
                  <a:gd name="connsiteY7" fmla="*/ 76768 h 291719"/>
                  <a:gd name="connsiteX8" fmla="*/ 118991 w 291719"/>
                  <a:gd name="connsiteY8" fmla="*/ 57576 h 291719"/>
                  <a:gd name="connsiteX9" fmla="*/ 138183 w 291719"/>
                  <a:gd name="connsiteY9" fmla="*/ 38384 h 291719"/>
                  <a:gd name="connsiteX10" fmla="*/ 184244 w 291719"/>
                  <a:gd name="connsiteY10" fmla="*/ 253336 h 291719"/>
                  <a:gd name="connsiteX11" fmla="*/ 107476 w 291719"/>
                  <a:gd name="connsiteY11" fmla="*/ 253336 h 291719"/>
                  <a:gd name="connsiteX12" fmla="*/ 107476 w 291719"/>
                  <a:gd name="connsiteY12" fmla="*/ 230305 h 291719"/>
                  <a:gd name="connsiteX13" fmla="*/ 134345 w 291719"/>
                  <a:gd name="connsiteY13" fmla="*/ 230305 h 291719"/>
                  <a:gd name="connsiteX14" fmla="*/ 134345 w 291719"/>
                  <a:gd name="connsiteY14" fmla="*/ 115153 h 291719"/>
                  <a:gd name="connsiteX15" fmla="*/ 111314 w 291719"/>
                  <a:gd name="connsiteY15" fmla="*/ 115153 h 291719"/>
                  <a:gd name="connsiteX16" fmla="*/ 111314 w 291719"/>
                  <a:gd name="connsiteY16" fmla="*/ 92122 h 291719"/>
                  <a:gd name="connsiteX17" fmla="*/ 157375 w 291719"/>
                  <a:gd name="connsiteY17" fmla="*/ 92122 h 291719"/>
                  <a:gd name="connsiteX18" fmla="*/ 157375 w 291719"/>
                  <a:gd name="connsiteY18" fmla="*/ 115153 h 291719"/>
                  <a:gd name="connsiteX19" fmla="*/ 157375 w 291719"/>
                  <a:gd name="connsiteY19" fmla="*/ 230305 h 291719"/>
                  <a:gd name="connsiteX20" fmla="*/ 184244 w 291719"/>
                  <a:gd name="connsiteY20" fmla="*/ 230305 h 291719"/>
                  <a:gd name="connsiteX21" fmla="*/ 184244 w 291719"/>
                  <a:gd name="connsiteY21" fmla="*/ 253336 h 2917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</a:cxnLst>
                <a:rect l="l" t="t" r="r" b="b"/>
                <a:pathLst>
                  <a:path w="291719" h="291719">
                    <a:moveTo>
                      <a:pt x="145860" y="0"/>
                    </a:moveTo>
                    <a:cubicBezTo>
                      <a:pt x="65253" y="0"/>
                      <a:pt x="0" y="65253"/>
                      <a:pt x="0" y="145860"/>
                    </a:cubicBezTo>
                    <a:cubicBezTo>
                      <a:pt x="0" y="226467"/>
                      <a:pt x="65253" y="291720"/>
                      <a:pt x="145860" y="291720"/>
                    </a:cubicBezTo>
                    <a:cubicBezTo>
                      <a:pt x="226467" y="291720"/>
                      <a:pt x="291720" y="226467"/>
                      <a:pt x="291720" y="145860"/>
                    </a:cubicBezTo>
                    <a:cubicBezTo>
                      <a:pt x="291720" y="65253"/>
                      <a:pt x="226467" y="0"/>
                      <a:pt x="145860" y="0"/>
                    </a:cubicBezTo>
                    <a:close/>
                    <a:moveTo>
                      <a:pt x="138183" y="38384"/>
                    </a:moveTo>
                    <a:cubicBezTo>
                      <a:pt x="148931" y="38384"/>
                      <a:pt x="157375" y="46829"/>
                      <a:pt x="157375" y="57576"/>
                    </a:cubicBezTo>
                    <a:cubicBezTo>
                      <a:pt x="157375" y="68324"/>
                      <a:pt x="148931" y="76768"/>
                      <a:pt x="138183" y="76768"/>
                    </a:cubicBezTo>
                    <a:cubicBezTo>
                      <a:pt x="127435" y="76768"/>
                      <a:pt x="118991" y="68324"/>
                      <a:pt x="118991" y="57576"/>
                    </a:cubicBezTo>
                    <a:cubicBezTo>
                      <a:pt x="118991" y="46829"/>
                      <a:pt x="127435" y="38384"/>
                      <a:pt x="138183" y="38384"/>
                    </a:cubicBezTo>
                    <a:close/>
                    <a:moveTo>
                      <a:pt x="184244" y="253336"/>
                    </a:moveTo>
                    <a:lnTo>
                      <a:pt x="107476" y="253336"/>
                    </a:lnTo>
                    <a:lnTo>
                      <a:pt x="107476" y="230305"/>
                    </a:lnTo>
                    <a:lnTo>
                      <a:pt x="134345" y="230305"/>
                    </a:lnTo>
                    <a:lnTo>
                      <a:pt x="134345" y="115153"/>
                    </a:lnTo>
                    <a:lnTo>
                      <a:pt x="111314" y="115153"/>
                    </a:lnTo>
                    <a:lnTo>
                      <a:pt x="111314" y="92122"/>
                    </a:lnTo>
                    <a:lnTo>
                      <a:pt x="157375" y="92122"/>
                    </a:lnTo>
                    <a:lnTo>
                      <a:pt x="157375" y="115153"/>
                    </a:lnTo>
                    <a:lnTo>
                      <a:pt x="157375" y="230305"/>
                    </a:lnTo>
                    <a:lnTo>
                      <a:pt x="184244" y="230305"/>
                    </a:lnTo>
                    <a:lnTo>
                      <a:pt x="184244" y="253336"/>
                    </a:lnTo>
                    <a:close/>
                  </a:path>
                </a:pathLst>
              </a:custGeom>
              <a:solidFill>
                <a:srgbClr val="1FF524"/>
              </a:solidFill>
              <a:ln w="377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 sz="2000" noProof="0">
                  <a:solidFill>
                    <a:srgbClr val="211F26"/>
                  </a:solidFill>
                  <a:latin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p:grpSp>
        <p:grpSp>
          <p:nvGrpSpPr>
            <p:cNvPr id="30" name="VOORBEELD">
              <a:extLst>
                <a:ext uri="{FF2B5EF4-FFF2-40B4-BE49-F238E27FC236}">
                  <a16:creationId xmlns:a16="http://schemas.microsoft.com/office/drawing/2014/main" id="{BCBE1EE9-F025-40A3-DAA5-C00A8F948100}"/>
                </a:ext>
              </a:extLst>
            </p:cNvPr>
            <p:cNvGrpSpPr/>
            <p:nvPr userDrawn="1"/>
          </p:nvGrpSpPr>
          <p:grpSpPr>
            <a:xfrm>
              <a:off x="-3605171" y="458674"/>
              <a:ext cx="3234311" cy="558875"/>
              <a:chOff x="-3605171" y="458674"/>
              <a:chExt cx="3234311" cy="558875"/>
            </a:xfrm>
          </p:grpSpPr>
          <p:sp>
            <p:nvSpPr>
              <p:cNvPr id="37" name="Rechthoek 36">
                <a:extLst>
                  <a:ext uri="{FF2B5EF4-FFF2-40B4-BE49-F238E27FC236}">
                    <a16:creationId xmlns:a16="http://schemas.microsoft.com/office/drawing/2014/main" id="{6D4FCD4E-E6C2-559E-740C-BD3369614F9E}"/>
                  </a:ext>
                </a:extLst>
              </p:cNvPr>
              <p:cNvSpPr/>
              <p:nvPr userDrawn="1"/>
            </p:nvSpPr>
            <p:spPr>
              <a:xfrm>
                <a:off x="-3604183" y="458674"/>
                <a:ext cx="393459" cy="184058"/>
              </a:xfrm>
              <a:prstGeom prst="rect">
                <a:avLst/>
              </a:prstGeom>
              <a:solidFill>
                <a:srgbClr val="F8F8F8"/>
              </a:solidFill>
              <a:ln w="635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18000" rIns="0" bIns="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GB" sz="900" b="1" noProof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Home</a:t>
                </a:r>
              </a:p>
            </p:txBody>
          </p:sp>
          <p:sp>
            <p:nvSpPr>
              <p:cNvPr id="38" name="Rechthoek 37">
                <a:extLst>
                  <a:ext uri="{FF2B5EF4-FFF2-40B4-BE49-F238E27FC236}">
                    <a16:creationId xmlns:a16="http://schemas.microsoft.com/office/drawing/2014/main" id="{F538757F-568E-4976-EF92-B878B06C8347}"/>
                  </a:ext>
                </a:extLst>
              </p:cNvPr>
              <p:cNvSpPr/>
              <p:nvPr userDrawn="1"/>
            </p:nvSpPr>
            <p:spPr>
              <a:xfrm>
                <a:off x="-3599184" y="621345"/>
                <a:ext cx="383782" cy="27171"/>
              </a:xfrm>
              <a:prstGeom prst="rect">
                <a:avLst/>
              </a:prstGeom>
              <a:solidFill>
                <a:srgbClr val="B74629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en-GB" sz="1000" b="1" noProof="0">
                  <a:solidFill>
                    <a:srgbClr val="211F26"/>
                  </a:solidFill>
                  <a:latin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  <p:grpSp>
            <p:nvGrpSpPr>
              <p:cNvPr id="39" name="Groep 38">
                <a:extLst>
                  <a:ext uri="{FF2B5EF4-FFF2-40B4-BE49-F238E27FC236}">
                    <a16:creationId xmlns:a16="http://schemas.microsoft.com/office/drawing/2014/main" id="{8174DEE9-1EA6-20ED-3D9D-BB2603482DE8}"/>
                  </a:ext>
                </a:extLst>
              </p:cNvPr>
              <p:cNvGrpSpPr/>
              <p:nvPr userDrawn="1"/>
            </p:nvGrpSpPr>
            <p:grpSpPr>
              <a:xfrm>
                <a:off x="-3386247" y="830871"/>
                <a:ext cx="139423" cy="109566"/>
                <a:chOff x="-2866744" y="827071"/>
                <a:chExt cx="168701" cy="132575"/>
              </a:xfrm>
            </p:grpSpPr>
            <p:grpSp>
              <p:nvGrpSpPr>
                <p:cNvPr id="70" name="Groep 69">
                  <a:extLst>
                    <a:ext uri="{FF2B5EF4-FFF2-40B4-BE49-F238E27FC236}">
                      <a16:creationId xmlns:a16="http://schemas.microsoft.com/office/drawing/2014/main" id="{0D1A3735-2B7A-FFC7-051F-149C12647F5A}"/>
                    </a:ext>
                  </a:extLst>
                </p:cNvPr>
                <p:cNvGrpSpPr/>
                <p:nvPr userDrawn="1"/>
              </p:nvGrpSpPr>
              <p:grpSpPr>
                <a:xfrm>
                  <a:off x="-2866744" y="827071"/>
                  <a:ext cx="168701" cy="132575"/>
                  <a:chOff x="-2866744" y="827071"/>
                  <a:chExt cx="168701" cy="132575"/>
                </a:xfrm>
              </p:grpSpPr>
              <p:cxnSp>
                <p:nvCxnSpPr>
                  <p:cNvPr id="72" name="Rechte verbindingslijn 71">
                    <a:extLst>
                      <a:ext uri="{FF2B5EF4-FFF2-40B4-BE49-F238E27FC236}">
                        <a16:creationId xmlns:a16="http://schemas.microsoft.com/office/drawing/2014/main" id="{64E3276F-49E2-0662-ECF1-9C8A1C0E0CBA}"/>
                      </a:ext>
                    </a:extLst>
                  </p:cNvPr>
                  <p:cNvCxnSpPr/>
                  <p:nvPr userDrawn="1"/>
                </p:nvCxnSpPr>
                <p:spPr>
                  <a:xfrm>
                    <a:off x="-2866744" y="827071"/>
                    <a:ext cx="168701" cy="0"/>
                  </a:xfrm>
                  <a:prstGeom prst="line">
                    <a:avLst/>
                  </a:prstGeom>
                  <a:solidFill>
                    <a:schemeClr val="bg1"/>
                  </a:solidFill>
                  <a:ln w="12700" cap="flat" cmpd="sng" algn="ctr">
                    <a:solidFill>
                      <a:srgbClr val="9D9FA1"/>
                    </a:solidFill>
                    <a:prstDash val="solid"/>
                  </a:ln>
                  <a:effectLst/>
                </p:spPr>
              </p:cxnSp>
              <p:cxnSp>
                <p:nvCxnSpPr>
                  <p:cNvPr id="73" name="Rechte verbindingslijn 72">
                    <a:extLst>
                      <a:ext uri="{FF2B5EF4-FFF2-40B4-BE49-F238E27FC236}">
                        <a16:creationId xmlns:a16="http://schemas.microsoft.com/office/drawing/2014/main" id="{F64D2204-8B03-7D97-0C60-288B8466B4C7}"/>
                      </a:ext>
                    </a:extLst>
                  </p:cNvPr>
                  <p:cNvCxnSpPr/>
                  <p:nvPr userDrawn="1"/>
                </p:nvCxnSpPr>
                <p:spPr>
                  <a:xfrm>
                    <a:off x="-2866744" y="959646"/>
                    <a:ext cx="168701" cy="0"/>
                  </a:xfrm>
                  <a:prstGeom prst="line">
                    <a:avLst/>
                  </a:prstGeom>
                  <a:solidFill>
                    <a:schemeClr val="bg1"/>
                  </a:solidFill>
                  <a:ln w="12700" cap="flat" cmpd="sng" algn="ctr">
                    <a:solidFill>
                      <a:srgbClr val="9D9FA1"/>
                    </a:solidFill>
                    <a:prstDash val="solid"/>
                  </a:ln>
                  <a:effectLst/>
                </p:spPr>
              </p:cxnSp>
              <p:cxnSp>
                <p:nvCxnSpPr>
                  <p:cNvPr id="74" name="Rechte verbindingslijn 73">
                    <a:extLst>
                      <a:ext uri="{FF2B5EF4-FFF2-40B4-BE49-F238E27FC236}">
                        <a16:creationId xmlns:a16="http://schemas.microsoft.com/office/drawing/2014/main" id="{C2604207-5D6B-EF04-2B7A-80E2010DBE8B}"/>
                      </a:ext>
                    </a:extLst>
                  </p:cNvPr>
                  <p:cNvCxnSpPr/>
                  <p:nvPr userDrawn="1"/>
                </p:nvCxnSpPr>
                <p:spPr>
                  <a:xfrm>
                    <a:off x="-2773990" y="926503"/>
                    <a:ext cx="75947" cy="0"/>
                  </a:xfrm>
                  <a:prstGeom prst="line">
                    <a:avLst/>
                  </a:prstGeom>
                  <a:solidFill>
                    <a:schemeClr val="bg1"/>
                  </a:solidFill>
                  <a:ln w="12700" cap="flat" cmpd="sng" algn="ctr">
                    <a:solidFill>
                      <a:srgbClr val="9D9FA1"/>
                    </a:solidFill>
                    <a:prstDash val="solid"/>
                  </a:ln>
                  <a:effectLst/>
                </p:spPr>
              </p:cxnSp>
              <p:cxnSp>
                <p:nvCxnSpPr>
                  <p:cNvPr id="75" name="Rechte verbindingslijn 74">
                    <a:extLst>
                      <a:ext uri="{FF2B5EF4-FFF2-40B4-BE49-F238E27FC236}">
                        <a16:creationId xmlns:a16="http://schemas.microsoft.com/office/drawing/2014/main" id="{B408F0C2-D0E5-B3F9-CDCB-95445399A272}"/>
                      </a:ext>
                    </a:extLst>
                  </p:cNvPr>
                  <p:cNvCxnSpPr/>
                  <p:nvPr userDrawn="1"/>
                </p:nvCxnSpPr>
                <p:spPr>
                  <a:xfrm>
                    <a:off x="-2773990" y="893359"/>
                    <a:ext cx="75947" cy="0"/>
                  </a:xfrm>
                  <a:prstGeom prst="line">
                    <a:avLst/>
                  </a:prstGeom>
                  <a:solidFill>
                    <a:schemeClr val="bg1"/>
                  </a:solidFill>
                  <a:ln w="12700" cap="flat" cmpd="sng" algn="ctr">
                    <a:solidFill>
                      <a:srgbClr val="9D9FA1"/>
                    </a:solidFill>
                    <a:prstDash val="solid"/>
                  </a:ln>
                  <a:effectLst/>
                </p:spPr>
              </p:cxnSp>
              <p:cxnSp>
                <p:nvCxnSpPr>
                  <p:cNvPr id="76" name="Rechte verbindingslijn 75">
                    <a:extLst>
                      <a:ext uri="{FF2B5EF4-FFF2-40B4-BE49-F238E27FC236}">
                        <a16:creationId xmlns:a16="http://schemas.microsoft.com/office/drawing/2014/main" id="{724B0BCE-2A38-E76C-9EA2-2C55A56D3491}"/>
                      </a:ext>
                    </a:extLst>
                  </p:cNvPr>
                  <p:cNvCxnSpPr/>
                  <p:nvPr userDrawn="1"/>
                </p:nvCxnSpPr>
                <p:spPr>
                  <a:xfrm>
                    <a:off x="-2773990" y="860215"/>
                    <a:ext cx="75947" cy="0"/>
                  </a:xfrm>
                  <a:prstGeom prst="line">
                    <a:avLst/>
                  </a:prstGeom>
                  <a:solidFill>
                    <a:schemeClr val="bg1"/>
                  </a:solidFill>
                  <a:ln w="12700" cap="flat" cmpd="sng" algn="ctr">
                    <a:solidFill>
                      <a:srgbClr val="9D9FA1"/>
                    </a:solidFill>
                    <a:prstDash val="solid"/>
                  </a:ln>
                  <a:effectLst/>
                </p:spPr>
              </p:cxnSp>
            </p:grpSp>
            <p:sp>
              <p:nvSpPr>
                <p:cNvPr id="71" name="Pijl: rechts 70">
                  <a:extLst>
                    <a:ext uri="{FF2B5EF4-FFF2-40B4-BE49-F238E27FC236}">
                      <a16:creationId xmlns:a16="http://schemas.microsoft.com/office/drawing/2014/main" id="{C33085CB-98EA-39F4-85B3-7753B789EE4B}"/>
                    </a:ext>
                  </a:extLst>
                </p:cNvPr>
                <p:cNvSpPr/>
                <p:nvPr userDrawn="1"/>
              </p:nvSpPr>
              <p:spPr>
                <a:xfrm>
                  <a:off x="-2866744" y="858737"/>
                  <a:ext cx="70676" cy="67902"/>
                </a:xfrm>
                <a:prstGeom prst="rightArrow">
                  <a:avLst>
                    <a:gd name="adj1" fmla="val 25329"/>
                    <a:gd name="adj2" fmla="val 63628"/>
                  </a:avLst>
                </a:prstGeom>
                <a:solidFill>
                  <a:srgbClr val="4A7DB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l"/>
                  <a:endParaRPr lang="en-GB" sz="1000" b="1" noProof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endParaRPr>
                </a:p>
              </p:txBody>
            </p:sp>
          </p:grpSp>
          <p:grpSp>
            <p:nvGrpSpPr>
              <p:cNvPr id="40" name="Groep 39">
                <a:extLst>
                  <a:ext uri="{FF2B5EF4-FFF2-40B4-BE49-F238E27FC236}">
                    <a16:creationId xmlns:a16="http://schemas.microsoft.com/office/drawing/2014/main" id="{211BFD96-7DB8-EEE6-7010-BCB6BA4C543F}"/>
                  </a:ext>
                </a:extLst>
              </p:cNvPr>
              <p:cNvGrpSpPr/>
              <p:nvPr userDrawn="1"/>
            </p:nvGrpSpPr>
            <p:grpSpPr>
              <a:xfrm>
                <a:off x="-3605171" y="830871"/>
                <a:ext cx="139423" cy="109566"/>
                <a:chOff x="-2866744" y="518074"/>
                <a:chExt cx="168701" cy="132575"/>
              </a:xfrm>
            </p:grpSpPr>
            <p:grpSp>
              <p:nvGrpSpPr>
                <p:cNvPr id="63" name="Groep 62">
                  <a:extLst>
                    <a:ext uri="{FF2B5EF4-FFF2-40B4-BE49-F238E27FC236}">
                      <a16:creationId xmlns:a16="http://schemas.microsoft.com/office/drawing/2014/main" id="{259AB1ED-C075-609B-CE74-4A2A4D0B2906}"/>
                    </a:ext>
                  </a:extLst>
                </p:cNvPr>
                <p:cNvGrpSpPr/>
                <p:nvPr userDrawn="1"/>
              </p:nvGrpSpPr>
              <p:grpSpPr>
                <a:xfrm>
                  <a:off x="-2866744" y="518074"/>
                  <a:ext cx="168701" cy="132575"/>
                  <a:chOff x="-2866744" y="518074"/>
                  <a:chExt cx="168701" cy="132575"/>
                </a:xfrm>
              </p:grpSpPr>
              <p:cxnSp>
                <p:nvCxnSpPr>
                  <p:cNvPr id="65" name="Rechte verbindingslijn 64">
                    <a:extLst>
                      <a:ext uri="{FF2B5EF4-FFF2-40B4-BE49-F238E27FC236}">
                        <a16:creationId xmlns:a16="http://schemas.microsoft.com/office/drawing/2014/main" id="{CD8A9BA2-5A9F-EAE1-5568-4D6D601A866A}"/>
                      </a:ext>
                    </a:extLst>
                  </p:cNvPr>
                  <p:cNvCxnSpPr/>
                  <p:nvPr userDrawn="1"/>
                </p:nvCxnSpPr>
                <p:spPr>
                  <a:xfrm>
                    <a:off x="-2866744" y="518074"/>
                    <a:ext cx="168701" cy="0"/>
                  </a:xfrm>
                  <a:prstGeom prst="line">
                    <a:avLst/>
                  </a:prstGeom>
                  <a:solidFill>
                    <a:schemeClr val="bg1"/>
                  </a:solidFill>
                  <a:ln w="12700" cap="flat" cmpd="sng" algn="ctr">
                    <a:solidFill>
                      <a:srgbClr val="9D9FA1"/>
                    </a:solidFill>
                    <a:prstDash val="solid"/>
                  </a:ln>
                  <a:effectLst/>
                </p:spPr>
              </p:cxnSp>
              <p:cxnSp>
                <p:nvCxnSpPr>
                  <p:cNvPr id="66" name="Rechte verbindingslijn 65">
                    <a:extLst>
                      <a:ext uri="{FF2B5EF4-FFF2-40B4-BE49-F238E27FC236}">
                        <a16:creationId xmlns:a16="http://schemas.microsoft.com/office/drawing/2014/main" id="{C2D8F76A-79D8-E421-3CA4-A053AE88A424}"/>
                      </a:ext>
                    </a:extLst>
                  </p:cNvPr>
                  <p:cNvCxnSpPr/>
                  <p:nvPr userDrawn="1"/>
                </p:nvCxnSpPr>
                <p:spPr>
                  <a:xfrm>
                    <a:off x="-2866744" y="650649"/>
                    <a:ext cx="168701" cy="0"/>
                  </a:xfrm>
                  <a:prstGeom prst="line">
                    <a:avLst/>
                  </a:prstGeom>
                  <a:solidFill>
                    <a:schemeClr val="bg1"/>
                  </a:solidFill>
                  <a:ln w="12700" cap="flat" cmpd="sng" algn="ctr">
                    <a:solidFill>
                      <a:srgbClr val="9D9FA1"/>
                    </a:solidFill>
                    <a:prstDash val="solid"/>
                  </a:ln>
                  <a:effectLst/>
                </p:spPr>
              </p:cxnSp>
              <p:cxnSp>
                <p:nvCxnSpPr>
                  <p:cNvPr id="67" name="Rechte verbindingslijn 66">
                    <a:extLst>
                      <a:ext uri="{FF2B5EF4-FFF2-40B4-BE49-F238E27FC236}">
                        <a16:creationId xmlns:a16="http://schemas.microsoft.com/office/drawing/2014/main" id="{CB7FB5FE-22DF-9FE1-40CA-3DF9C034060B}"/>
                      </a:ext>
                    </a:extLst>
                  </p:cNvPr>
                  <p:cNvCxnSpPr/>
                  <p:nvPr userDrawn="1"/>
                </p:nvCxnSpPr>
                <p:spPr>
                  <a:xfrm>
                    <a:off x="-2773990" y="617506"/>
                    <a:ext cx="75947" cy="0"/>
                  </a:xfrm>
                  <a:prstGeom prst="line">
                    <a:avLst/>
                  </a:prstGeom>
                  <a:solidFill>
                    <a:schemeClr val="bg1"/>
                  </a:solidFill>
                  <a:ln w="12700" cap="flat" cmpd="sng" algn="ctr">
                    <a:solidFill>
                      <a:srgbClr val="9D9FA1"/>
                    </a:solidFill>
                    <a:prstDash val="solid"/>
                  </a:ln>
                  <a:effectLst/>
                </p:spPr>
              </p:cxnSp>
              <p:cxnSp>
                <p:nvCxnSpPr>
                  <p:cNvPr id="68" name="Rechte verbindingslijn 67">
                    <a:extLst>
                      <a:ext uri="{FF2B5EF4-FFF2-40B4-BE49-F238E27FC236}">
                        <a16:creationId xmlns:a16="http://schemas.microsoft.com/office/drawing/2014/main" id="{478A052E-2E80-0B09-7391-A07054E9D63E}"/>
                      </a:ext>
                    </a:extLst>
                  </p:cNvPr>
                  <p:cNvCxnSpPr/>
                  <p:nvPr userDrawn="1"/>
                </p:nvCxnSpPr>
                <p:spPr>
                  <a:xfrm>
                    <a:off x="-2773990" y="584362"/>
                    <a:ext cx="75947" cy="0"/>
                  </a:xfrm>
                  <a:prstGeom prst="line">
                    <a:avLst/>
                  </a:prstGeom>
                  <a:solidFill>
                    <a:schemeClr val="bg1"/>
                  </a:solidFill>
                  <a:ln w="12700" cap="flat" cmpd="sng" algn="ctr">
                    <a:solidFill>
                      <a:srgbClr val="9D9FA1"/>
                    </a:solidFill>
                    <a:prstDash val="solid"/>
                  </a:ln>
                  <a:effectLst/>
                </p:spPr>
              </p:cxnSp>
              <p:cxnSp>
                <p:nvCxnSpPr>
                  <p:cNvPr id="69" name="Rechte verbindingslijn 68">
                    <a:extLst>
                      <a:ext uri="{FF2B5EF4-FFF2-40B4-BE49-F238E27FC236}">
                        <a16:creationId xmlns:a16="http://schemas.microsoft.com/office/drawing/2014/main" id="{0EE57897-7B96-6834-B33C-C46342E0F2D8}"/>
                      </a:ext>
                    </a:extLst>
                  </p:cNvPr>
                  <p:cNvCxnSpPr/>
                  <p:nvPr userDrawn="1"/>
                </p:nvCxnSpPr>
                <p:spPr>
                  <a:xfrm>
                    <a:off x="-2773990" y="551218"/>
                    <a:ext cx="75947" cy="0"/>
                  </a:xfrm>
                  <a:prstGeom prst="line">
                    <a:avLst/>
                  </a:prstGeom>
                  <a:solidFill>
                    <a:schemeClr val="bg1"/>
                  </a:solidFill>
                  <a:ln w="12700" cap="flat" cmpd="sng" algn="ctr">
                    <a:solidFill>
                      <a:srgbClr val="9D9FA1"/>
                    </a:solidFill>
                    <a:prstDash val="solid"/>
                  </a:ln>
                  <a:effectLst/>
                </p:spPr>
              </p:cxnSp>
            </p:grpSp>
            <p:sp>
              <p:nvSpPr>
                <p:cNvPr id="64" name="Pijl: rechts 63">
                  <a:extLst>
                    <a:ext uri="{FF2B5EF4-FFF2-40B4-BE49-F238E27FC236}">
                      <a16:creationId xmlns:a16="http://schemas.microsoft.com/office/drawing/2014/main" id="{1EE7C1A8-F4A3-2DFD-F5D3-1DBBD741C637}"/>
                    </a:ext>
                  </a:extLst>
                </p:cNvPr>
                <p:cNvSpPr/>
                <p:nvPr userDrawn="1"/>
              </p:nvSpPr>
              <p:spPr>
                <a:xfrm flipH="1">
                  <a:off x="-2866744" y="549740"/>
                  <a:ext cx="70676" cy="67902"/>
                </a:xfrm>
                <a:prstGeom prst="rightArrow">
                  <a:avLst>
                    <a:gd name="adj1" fmla="val 25329"/>
                    <a:gd name="adj2" fmla="val 63628"/>
                  </a:avLst>
                </a:prstGeom>
                <a:solidFill>
                  <a:srgbClr val="4A7DB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l"/>
                  <a:endParaRPr lang="en-GB" sz="1000" b="1" noProof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endParaRPr>
                </a:p>
              </p:txBody>
            </p:sp>
          </p:grpSp>
          <p:cxnSp>
            <p:nvCxnSpPr>
              <p:cNvPr id="41" name="Rechte verbindingslijn 40">
                <a:extLst>
                  <a:ext uri="{FF2B5EF4-FFF2-40B4-BE49-F238E27FC236}">
                    <a16:creationId xmlns:a16="http://schemas.microsoft.com/office/drawing/2014/main" id="{D5EE5550-53F1-A3FA-624E-D82C7A4806CE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 flipV="1">
                <a:off x="-3459956" y="588169"/>
                <a:ext cx="547687" cy="219076"/>
              </a:xfrm>
              <a:prstGeom prst="line">
                <a:avLst/>
              </a:prstGeom>
              <a:noFill/>
              <a:ln w="19050" cap="rnd" cmpd="sng" algn="ctr">
                <a:solidFill>
                  <a:schemeClr val="accent1"/>
                </a:solidFill>
                <a:prstDash val="solid"/>
                <a:headEnd type="oval"/>
              </a:ln>
              <a:effectLst/>
            </p:spPr>
          </p:cxnSp>
          <p:cxnSp>
            <p:nvCxnSpPr>
              <p:cNvPr id="42" name="Rechte verbindingslijn 41">
                <a:extLst>
                  <a:ext uri="{FF2B5EF4-FFF2-40B4-BE49-F238E27FC236}">
                    <a16:creationId xmlns:a16="http://schemas.microsoft.com/office/drawing/2014/main" id="{976EC336-1566-A061-0BFC-9D665C8B018C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-3224213" y="828675"/>
                <a:ext cx="319088" cy="0"/>
              </a:xfrm>
              <a:prstGeom prst="line">
                <a:avLst/>
              </a:prstGeom>
              <a:noFill/>
              <a:ln w="19050" cap="rnd" cmpd="sng" algn="ctr">
                <a:solidFill>
                  <a:schemeClr val="accent1"/>
                </a:solidFill>
                <a:prstDash val="solid"/>
                <a:headEnd type="oval"/>
              </a:ln>
              <a:effectLst/>
            </p:spPr>
          </p:cxnSp>
          <p:sp>
            <p:nvSpPr>
              <p:cNvPr id="43" name="Rechthoek 42">
                <a:extLst>
                  <a:ext uri="{FF2B5EF4-FFF2-40B4-BE49-F238E27FC236}">
                    <a16:creationId xmlns:a16="http://schemas.microsoft.com/office/drawing/2014/main" id="{4CCB6AAC-6450-2ED9-21C1-390C5D84C5D7}"/>
                  </a:ext>
                </a:extLst>
              </p:cNvPr>
              <p:cNvSpPr/>
              <p:nvPr userDrawn="1"/>
            </p:nvSpPr>
            <p:spPr>
              <a:xfrm>
                <a:off x="-2559903" y="512179"/>
                <a:ext cx="2189042" cy="151083"/>
              </a:xfrm>
              <a:prstGeom prst="rect">
                <a:avLst/>
              </a:prstGeom>
              <a:noFill/>
              <a:ln w="25400" cap="flat" cmpd="sng" algn="ctr">
                <a:noFill/>
                <a:prstDash val="solid"/>
              </a:ln>
              <a:effectLst/>
            </p:spPr>
            <p:txBody>
              <a:bodyPr lIns="0" tIns="0" rIns="0" bIns="0" rtlCol="0" anchor="ctr"/>
              <a:lstStyle/>
              <a:p>
                <a:pPr marL="0" marR="0" lvl="0" indent="0" defTabSz="914400" eaLnBrk="1" fontAlgn="auto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1100" b="0" i="0" u="none" strike="noStrike" kern="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Calibri" panose="020F0502020204030204" pitchFamily="34" charset="0"/>
                    <a:cs typeface="Calibri" panose="020F0502020204030204" pitchFamily="34" charset="0"/>
                  </a:rPr>
                  <a:t>Text level down</a:t>
                </a:r>
              </a:p>
            </p:txBody>
          </p:sp>
          <p:sp>
            <p:nvSpPr>
              <p:cNvPr id="44" name="Rechthoek 43">
                <a:extLst>
                  <a:ext uri="{FF2B5EF4-FFF2-40B4-BE49-F238E27FC236}">
                    <a16:creationId xmlns:a16="http://schemas.microsoft.com/office/drawing/2014/main" id="{D09BBA50-E454-731D-445E-61A0E20CAFD1}"/>
                  </a:ext>
                </a:extLst>
              </p:cNvPr>
              <p:cNvSpPr/>
              <p:nvPr userDrawn="1"/>
            </p:nvSpPr>
            <p:spPr>
              <a:xfrm>
                <a:off x="-2559903" y="819562"/>
                <a:ext cx="2189043" cy="142202"/>
              </a:xfrm>
              <a:prstGeom prst="rect">
                <a:avLst/>
              </a:prstGeom>
              <a:noFill/>
              <a:ln w="25400" cap="flat" cmpd="sng" algn="ctr">
                <a:noFill/>
                <a:prstDash val="solid"/>
              </a:ln>
              <a:effectLst/>
            </p:spPr>
            <p:txBody>
              <a:bodyPr lIns="0" tIns="0" rIns="0" bIns="0" rtlCol="0" anchor="ctr"/>
              <a:lstStyle/>
              <a:p>
                <a:pPr marL="0" marR="0" lvl="0" indent="0" defTabSz="914400" eaLnBrk="1" fontAlgn="auto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1100" b="0" i="0" u="none" strike="noStrike" kern="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Calibri" panose="020F0502020204030204" pitchFamily="34" charset="0"/>
                    <a:cs typeface="Calibri" panose="020F0502020204030204" pitchFamily="34" charset="0"/>
                  </a:rPr>
                  <a:t>Text level up</a:t>
                </a:r>
              </a:p>
            </p:txBody>
          </p:sp>
          <p:grpSp>
            <p:nvGrpSpPr>
              <p:cNvPr id="45" name="Groep 44">
                <a:extLst>
                  <a:ext uri="{FF2B5EF4-FFF2-40B4-BE49-F238E27FC236}">
                    <a16:creationId xmlns:a16="http://schemas.microsoft.com/office/drawing/2014/main" id="{E6299F8D-2530-CD86-49B1-B21076DE7FD1}"/>
                  </a:ext>
                </a:extLst>
              </p:cNvPr>
              <p:cNvGrpSpPr/>
              <p:nvPr userDrawn="1"/>
            </p:nvGrpSpPr>
            <p:grpSpPr>
              <a:xfrm>
                <a:off x="-2916763" y="769168"/>
                <a:ext cx="268738" cy="248381"/>
                <a:chOff x="-2916763" y="769168"/>
                <a:chExt cx="268738" cy="248381"/>
              </a:xfrm>
            </p:grpSpPr>
            <p:sp>
              <p:nvSpPr>
                <p:cNvPr id="55" name="Rechthoek 54">
                  <a:extLst>
                    <a:ext uri="{FF2B5EF4-FFF2-40B4-BE49-F238E27FC236}">
                      <a16:creationId xmlns:a16="http://schemas.microsoft.com/office/drawing/2014/main" id="{B6BA80A6-3080-1B5D-9BA0-2E05C4C2DFC4}"/>
                    </a:ext>
                  </a:extLst>
                </p:cNvPr>
                <p:cNvSpPr/>
                <p:nvPr userDrawn="1"/>
              </p:nvSpPr>
              <p:spPr>
                <a:xfrm>
                  <a:off x="-2916763" y="769168"/>
                  <a:ext cx="268738" cy="248381"/>
                </a:xfrm>
                <a:prstGeom prst="rect">
                  <a:avLst/>
                </a:prstGeom>
                <a:solidFill>
                  <a:srgbClr val="FFFFFF"/>
                </a:solidFill>
                <a:ln w="3175">
                  <a:solidFill>
                    <a:srgbClr val="DADADA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GB" sz="1050" b="0" noProof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endParaRPr>
                </a:p>
              </p:txBody>
            </p:sp>
            <p:grpSp>
              <p:nvGrpSpPr>
                <p:cNvPr id="56" name="Groep 55">
                  <a:extLst>
                    <a:ext uri="{FF2B5EF4-FFF2-40B4-BE49-F238E27FC236}">
                      <a16:creationId xmlns:a16="http://schemas.microsoft.com/office/drawing/2014/main" id="{9554AB33-7133-1169-EDDC-77429B9C16A4}"/>
                    </a:ext>
                  </a:extLst>
                </p:cNvPr>
                <p:cNvGrpSpPr/>
                <p:nvPr userDrawn="1"/>
              </p:nvGrpSpPr>
              <p:grpSpPr>
                <a:xfrm>
                  <a:off x="-2866744" y="827071"/>
                  <a:ext cx="168701" cy="132575"/>
                  <a:chOff x="-2866744" y="827071"/>
                  <a:chExt cx="168701" cy="132575"/>
                </a:xfrm>
              </p:grpSpPr>
              <p:cxnSp>
                <p:nvCxnSpPr>
                  <p:cNvPr id="58" name="Rechte verbindingslijn 57">
                    <a:extLst>
                      <a:ext uri="{FF2B5EF4-FFF2-40B4-BE49-F238E27FC236}">
                        <a16:creationId xmlns:a16="http://schemas.microsoft.com/office/drawing/2014/main" id="{493F65E9-5995-281D-B5E6-D05B120B5DBD}"/>
                      </a:ext>
                    </a:extLst>
                  </p:cNvPr>
                  <p:cNvCxnSpPr/>
                  <p:nvPr userDrawn="1"/>
                </p:nvCxnSpPr>
                <p:spPr>
                  <a:xfrm>
                    <a:off x="-2866744" y="827071"/>
                    <a:ext cx="168701" cy="0"/>
                  </a:xfrm>
                  <a:prstGeom prst="line">
                    <a:avLst/>
                  </a:prstGeom>
                  <a:solidFill>
                    <a:schemeClr val="bg1"/>
                  </a:solidFill>
                  <a:ln w="12700" cap="flat" cmpd="sng" algn="ctr">
                    <a:solidFill>
                      <a:srgbClr val="9D9FA1"/>
                    </a:solidFill>
                    <a:prstDash val="solid"/>
                  </a:ln>
                  <a:effectLst/>
                </p:spPr>
              </p:cxnSp>
              <p:cxnSp>
                <p:nvCxnSpPr>
                  <p:cNvPr id="59" name="Rechte verbindingslijn 58">
                    <a:extLst>
                      <a:ext uri="{FF2B5EF4-FFF2-40B4-BE49-F238E27FC236}">
                        <a16:creationId xmlns:a16="http://schemas.microsoft.com/office/drawing/2014/main" id="{A4968D85-AB9D-DDFB-CDDD-8430ECE46EB4}"/>
                      </a:ext>
                    </a:extLst>
                  </p:cNvPr>
                  <p:cNvCxnSpPr/>
                  <p:nvPr userDrawn="1"/>
                </p:nvCxnSpPr>
                <p:spPr>
                  <a:xfrm>
                    <a:off x="-2866744" y="959646"/>
                    <a:ext cx="168701" cy="0"/>
                  </a:xfrm>
                  <a:prstGeom prst="line">
                    <a:avLst/>
                  </a:prstGeom>
                  <a:solidFill>
                    <a:schemeClr val="bg1"/>
                  </a:solidFill>
                  <a:ln w="12700" cap="flat" cmpd="sng" algn="ctr">
                    <a:solidFill>
                      <a:srgbClr val="9D9FA1"/>
                    </a:solidFill>
                    <a:prstDash val="solid"/>
                  </a:ln>
                  <a:effectLst/>
                </p:spPr>
              </p:cxnSp>
              <p:cxnSp>
                <p:nvCxnSpPr>
                  <p:cNvPr id="60" name="Rechte verbindingslijn 59">
                    <a:extLst>
                      <a:ext uri="{FF2B5EF4-FFF2-40B4-BE49-F238E27FC236}">
                        <a16:creationId xmlns:a16="http://schemas.microsoft.com/office/drawing/2014/main" id="{2D3ADD57-7DCA-42D2-78F4-7D31A2159A9E}"/>
                      </a:ext>
                    </a:extLst>
                  </p:cNvPr>
                  <p:cNvCxnSpPr/>
                  <p:nvPr userDrawn="1"/>
                </p:nvCxnSpPr>
                <p:spPr>
                  <a:xfrm>
                    <a:off x="-2773990" y="926503"/>
                    <a:ext cx="75947" cy="0"/>
                  </a:xfrm>
                  <a:prstGeom prst="line">
                    <a:avLst/>
                  </a:prstGeom>
                  <a:solidFill>
                    <a:schemeClr val="bg1"/>
                  </a:solidFill>
                  <a:ln w="12700" cap="flat" cmpd="sng" algn="ctr">
                    <a:solidFill>
                      <a:srgbClr val="9D9FA1"/>
                    </a:solidFill>
                    <a:prstDash val="solid"/>
                  </a:ln>
                  <a:effectLst/>
                </p:spPr>
              </p:cxnSp>
              <p:cxnSp>
                <p:nvCxnSpPr>
                  <p:cNvPr id="61" name="Rechte verbindingslijn 60">
                    <a:extLst>
                      <a:ext uri="{FF2B5EF4-FFF2-40B4-BE49-F238E27FC236}">
                        <a16:creationId xmlns:a16="http://schemas.microsoft.com/office/drawing/2014/main" id="{DD1210B4-9A58-1F7D-1F68-6FA23AD1B645}"/>
                      </a:ext>
                    </a:extLst>
                  </p:cNvPr>
                  <p:cNvCxnSpPr/>
                  <p:nvPr userDrawn="1"/>
                </p:nvCxnSpPr>
                <p:spPr>
                  <a:xfrm>
                    <a:off x="-2773990" y="893359"/>
                    <a:ext cx="75947" cy="0"/>
                  </a:xfrm>
                  <a:prstGeom prst="line">
                    <a:avLst/>
                  </a:prstGeom>
                  <a:solidFill>
                    <a:schemeClr val="bg1"/>
                  </a:solidFill>
                  <a:ln w="12700" cap="flat" cmpd="sng" algn="ctr">
                    <a:solidFill>
                      <a:srgbClr val="9D9FA1"/>
                    </a:solidFill>
                    <a:prstDash val="solid"/>
                  </a:ln>
                  <a:effectLst/>
                </p:spPr>
              </p:cxnSp>
              <p:cxnSp>
                <p:nvCxnSpPr>
                  <p:cNvPr id="62" name="Rechte verbindingslijn 61">
                    <a:extLst>
                      <a:ext uri="{FF2B5EF4-FFF2-40B4-BE49-F238E27FC236}">
                        <a16:creationId xmlns:a16="http://schemas.microsoft.com/office/drawing/2014/main" id="{BABAC1B0-CED1-B770-5C1F-1E28A9CF594F}"/>
                      </a:ext>
                    </a:extLst>
                  </p:cNvPr>
                  <p:cNvCxnSpPr/>
                  <p:nvPr userDrawn="1"/>
                </p:nvCxnSpPr>
                <p:spPr>
                  <a:xfrm>
                    <a:off x="-2773990" y="860215"/>
                    <a:ext cx="75947" cy="0"/>
                  </a:xfrm>
                  <a:prstGeom prst="line">
                    <a:avLst/>
                  </a:prstGeom>
                  <a:solidFill>
                    <a:schemeClr val="bg1"/>
                  </a:solidFill>
                  <a:ln w="12700" cap="flat" cmpd="sng" algn="ctr">
                    <a:solidFill>
                      <a:srgbClr val="9D9FA1"/>
                    </a:solidFill>
                    <a:prstDash val="solid"/>
                  </a:ln>
                  <a:effectLst/>
                </p:spPr>
              </p:cxnSp>
            </p:grpSp>
            <p:sp>
              <p:nvSpPr>
                <p:cNvPr id="57" name="Pijl: rechts 56">
                  <a:extLst>
                    <a:ext uri="{FF2B5EF4-FFF2-40B4-BE49-F238E27FC236}">
                      <a16:creationId xmlns:a16="http://schemas.microsoft.com/office/drawing/2014/main" id="{0D11D7DA-EA9F-B8F5-4069-C3537032C7BA}"/>
                    </a:ext>
                  </a:extLst>
                </p:cNvPr>
                <p:cNvSpPr/>
                <p:nvPr userDrawn="1"/>
              </p:nvSpPr>
              <p:spPr>
                <a:xfrm>
                  <a:off x="-2866744" y="858737"/>
                  <a:ext cx="70676" cy="67902"/>
                </a:xfrm>
                <a:prstGeom prst="rightArrow">
                  <a:avLst>
                    <a:gd name="adj1" fmla="val 25329"/>
                    <a:gd name="adj2" fmla="val 63628"/>
                  </a:avLst>
                </a:prstGeom>
                <a:solidFill>
                  <a:srgbClr val="4A7DB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l"/>
                  <a:endParaRPr lang="en-GB" sz="1000" b="1" noProof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endParaRPr>
                </a:p>
              </p:txBody>
            </p:sp>
          </p:grpSp>
          <p:grpSp>
            <p:nvGrpSpPr>
              <p:cNvPr id="46" name="Groep 45">
                <a:extLst>
                  <a:ext uri="{FF2B5EF4-FFF2-40B4-BE49-F238E27FC236}">
                    <a16:creationId xmlns:a16="http://schemas.microsoft.com/office/drawing/2014/main" id="{339BAD63-756C-7F62-0EBB-D926343AC496}"/>
                  </a:ext>
                </a:extLst>
              </p:cNvPr>
              <p:cNvGrpSpPr/>
              <p:nvPr userDrawn="1"/>
            </p:nvGrpSpPr>
            <p:grpSpPr>
              <a:xfrm>
                <a:off x="-2916763" y="460171"/>
                <a:ext cx="268738" cy="248381"/>
                <a:chOff x="-2916763" y="460171"/>
                <a:chExt cx="268738" cy="248381"/>
              </a:xfrm>
            </p:grpSpPr>
            <p:sp>
              <p:nvSpPr>
                <p:cNvPr id="47" name="Rechthoek 46">
                  <a:extLst>
                    <a:ext uri="{FF2B5EF4-FFF2-40B4-BE49-F238E27FC236}">
                      <a16:creationId xmlns:a16="http://schemas.microsoft.com/office/drawing/2014/main" id="{6390F651-A213-85A1-438F-DA57CB84D7D3}"/>
                    </a:ext>
                  </a:extLst>
                </p:cNvPr>
                <p:cNvSpPr/>
                <p:nvPr userDrawn="1"/>
              </p:nvSpPr>
              <p:spPr>
                <a:xfrm>
                  <a:off x="-2916763" y="460171"/>
                  <a:ext cx="268738" cy="248381"/>
                </a:xfrm>
                <a:prstGeom prst="rect">
                  <a:avLst/>
                </a:prstGeom>
                <a:solidFill>
                  <a:srgbClr val="FFFFFF"/>
                </a:solidFill>
                <a:ln w="3175">
                  <a:solidFill>
                    <a:srgbClr val="DADADA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GB" sz="1050" b="0" noProof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endParaRPr>
                </a:p>
              </p:txBody>
            </p:sp>
            <p:grpSp>
              <p:nvGrpSpPr>
                <p:cNvPr id="48" name="Groep 47">
                  <a:extLst>
                    <a:ext uri="{FF2B5EF4-FFF2-40B4-BE49-F238E27FC236}">
                      <a16:creationId xmlns:a16="http://schemas.microsoft.com/office/drawing/2014/main" id="{94CE63C1-616F-141B-D19C-DED13D6C6588}"/>
                    </a:ext>
                  </a:extLst>
                </p:cNvPr>
                <p:cNvGrpSpPr/>
                <p:nvPr userDrawn="1"/>
              </p:nvGrpSpPr>
              <p:grpSpPr>
                <a:xfrm>
                  <a:off x="-2866744" y="518074"/>
                  <a:ext cx="168701" cy="132575"/>
                  <a:chOff x="-2866744" y="518074"/>
                  <a:chExt cx="168701" cy="132575"/>
                </a:xfrm>
              </p:grpSpPr>
              <p:cxnSp>
                <p:nvCxnSpPr>
                  <p:cNvPr id="50" name="Rechte verbindingslijn 49">
                    <a:extLst>
                      <a:ext uri="{FF2B5EF4-FFF2-40B4-BE49-F238E27FC236}">
                        <a16:creationId xmlns:a16="http://schemas.microsoft.com/office/drawing/2014/main" id="{BF0C2197-CACB-B4E4-A2E4-566797CD7E2F}"/>
                      </a:ext>
                    </a:extLst>
                  </p:cNvPr>
                  <p:cNvCxnSpPr/>
                  <p:nvPr userDrawn="1"/>
                </p:nvCxnSpPr>
                <p:spPr>
                  <a:xfrm>
                    <a:off x="-2866744" y="518074"/>
                    <a:ext cx="168701" cy="0"/>
                  </a:xfrm>
                  <a:prstGeom prst="line">
                    <a:avLst/>
                  </a:prstGeom>
                  <a:solidFill>
                    <a:schemeClr val="bg1"/>
                  </a:solidFill>
                  <a:ln w="12700" cap="flat" cmpd="sng" algn="ctr">
                    <a:solidFill>
                      <a:srgbClr val="9D9FA1"/>
                    </a:solidFill>
                    <a:prstDash val="solid"/>
                  </a:ln>
                  <a:effectLst/>
                </p:spPr>
              </p:cxnSp>
              <p:cxnSp>
                <p:nvCxnSpPr>
                  <p:cNvPr id="51" name="Rechte verbindingslijn 50">
                    <a:extLst>
                      <a:ext uri="{FF2B5EF4-FFF2-40B4-BE49-F238E27FC236}">
                        <a16:creationId xmlns:a16="http://schemas.microsoft.com/office/drawing/2014/main" id="{190BDEE9-CF49-BE46-5188-5D10ACDA5F26}"/>
                      </a:ext>
                    </a:extLst>
                  </p:cNvPr>
                  <p:cNvCxnSpPr/>
                  <p:nvPr userDrawn="1"/>
                </p:nvCxnSpPr>
                <p:spPr>
                  <a:xfrm>
                    <a:off x="-2866744" y="650649"/>
                    <a:ext cx="168701" cy="0"/>
                  </a:xfrm>
                  <a:prstGeom prst="line">
                    <a:avLst/>
                  </a:prstGeom>
                  <a:solidFill>
                    <a:schemeClr val="bg1"/>
                  </a:solidFill>
                  <a:ln w="12700" cap="flat" cmpd="sng" algn="ctr">
                    <a:solidFill>
                      <a:srgbClr val="9D9FA1"/>
                    </a:solidFill>
                    <a:prstDash val="solid"/>
                  </a:ln>
                  <a:effectLst/>
                </p:spPr>
              </p:cxnSp>
              <p:cxnSp>
                <p:nvCxnSpPr>
                  <p:cNvPr id="52" name="Rechte verbindingslijn 51">
                    <a:extLst>
                      <a:ext uri="{FF2B5EF4-FFF2-40B4-BE49-F238E27FC236}">
                        <a16:creationId xmlns:a16="http://schemas.microsoft.com/office/drawing/2014/main" id="{C52FB0A9-A081-6ABD-0104-4D69BC6047C5}"/>
                      </a:ext>
                    </a:extLst>
                  </p:cNvPr>
                  <p:cNvCxnSpPr/>
                  <p:nvPr userDrawn="1"/>
                </p:nvCxnSpPr>
                <p:spPr>
                  <a:xfrm>
                    <a:off x="-2773990" y="617506"/>
                    <a:ext cx="75947" cy="0"/>
                  </a:xfrm>
                  <a:prstGeom prst="line">
                    <a:avLst/>
                  </a:prstGeom>
                  <a:solidFill>
                    <a:schemeClr val="bg1"/>
                  </a:solidFill>
                  <a:ln w="12700" cap="flat" cmpd="sng" algn="ctr">
                    <a:solidFill>
                      <a:srgbClr val="9D9FA1"/>
                    </a:solidFill>
                    <a:prstDash val="solid"/>
                  </a:ln>
                  <a:effectLst/>
                </p:spPr>
              </p:cxnSp>
              <p:cxnSp>
                <p:nvCxnSpPr>
                  <p:cNvPr id="53" name="Rechte verbindingslijn 52">
                    <a:extLst>
                      <a:ext uri="{FF2B5EF4-FFF2-40B4-BE49-F238E27FC236}">
                        <a16:creationId xmlns:a16="http://schemas.microsoft.com/office/drawing/2014/main" id="{90AADF44-5DAD-C621-08AF-BA2CECCC2866}"/>
                      </a:ext>
                    </a:extLst>
                  </p:cNvPr>
                  <p:cNvCxnSpPr/>
                  <p:nvPr userDrawn="1"/>
                </p:nvCxnSpPr>
                <p:spPr>
                  <a:xfrm>
                    <a:off x="-2773990" y="584362"/>
                    <a:ext cx="75947" cy="0"/>
                  </a:xfrm>
                  <a:prstGeom prst="line">
                    <a:avLst/>
                  </a:prstGeom>
                  <a:solidFill>
                    <a:schemeClr val="bg1"/>
                  </a:solidFill>
                  <a:ln w="12700" cap="flat" cmpd="sng" algn="ctr">
                    <a:solidFill>
                      <a:srgbClr val="9D9FA1"/>
                    </a:solidFill>
                    <a:prstDash val="solid"/>
                  </a:ln>
                  <a:effectLst/>
                </p:spPr>
              </p:cxnSp>
              <p:cxnSp>
                <p:nvCxnSpPr>
                  <p:cNvPr id="54" name="Rechte verbindingslijn 53">
                    <a:extLst>
                      <a:ext uri="{FF2B5EF4-FFF2-40B4-BE49-F238E27FC236}">
                        <a16:creationId xmlns:a16="http://schemas.microsoft.com/office/drawing/2014/main" id="{F34EBD70-3E9F-6F1F-5976-97222BD624C2}"/>
                      </a:ext>
                    </a:extLst>
                  </p:cNvPr>
                  <p:cNvCxnSpPr/>
                  <p:nvPr userDrawn="1"/>
                </p:nvCxnSpPr>
                <p:spPr>
                  <a:xfrm>
                    <a:off x="-2773990" y="551218"/>
                    <a:ext cx="75947" cy="0"/>
                  </a:xfrm>
                  <a:prstGeom prst="line">
                    <a:avLst/>
                  </a:prstGeom>
                  <a:solidFill>
                    <a:schemeClr val="bg1"/>
                  </a:solidFill>
                  <a:ln w="12700" cap="flat" cmpd="sng" algn="ctr">
                    <a:solidFill>
                      <a:srgbClr val="9D9FA1"/>
                    </a:solidFill>
                    <a:prstDash val="solid"/>
                  </a:ln>
                  <a:effectLst/>
                </p:spPr>
              </p:cxnSp>
            </p:grpSp>
            <p:sp>
              <p:nvSpPr>
                <p:cNvPr id="49" name="Pijl: rechts 48">
                  <a:extLst>
                    <a:ext uri="{FF2B5EF4-FFF2-40B4-BE49-F238E27FC236}">
                      <a16:creationId xmlns:a16="http://schemas.microsoft.com/office/drawing/2014/main" id="{F2DF7555-0BAD-5E82-C70F-311AF2D096A2}"/>
                    </a:ext>
                  </a:extLst>
                </p:cNvPr>
                <p:cNvSpPr/>
                <p:nvPr userDrawn="1"/>
              </p:nvSpPr>
              <p:spPr>
                <a:xfrm flipH="1">
                  <a:off x="-2866744" y="549740"/>
                  <a:ext cx="70676" cy="67902"/>
                </a:xfrm>
                <a:prstGeom prst="rightArrow">
                  <a:avLst>
                    <a:gd name="adj1" fmla="val 25329"/>
                    <a:gd name="adj2" fmla="val 63628"/>
                  </a:avLst>
                </a:prstGeom>
                <a:solidFill>
                  <a:srgbClr val="4A7DB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l"/>
                  <a:endParaRPr lang="en-GB" sz="1000" b="1" noProof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endParaRPr>
                </a:p>
              </p:txBody>
            </p:sp>
          </p:grpSp>
        </p:grpSp>
        <p:grpSp>
          <p:nvGrpSpPr>
            <p:cNvPr id="31" name="Groep 30">
              <a:extLst>
                <a:ext uri="{FF2B5EF4-FFF2-40B4-BE49-F238E27FC236}">
                  <a16:creationId xmlns:a16="http://schemas.microsoft.com/office/drawing/2014/main" id="{F5190837-775F-410C-906A-BB5FCA95E368}"/>
                </a:ext>
              </a:extLst>
            </p:cNvPr>
            <p:cNvGrpSpPr/>
            <p:nvPr userDrawn="1"/>
          </p:nvGrpSpPr>
          <p:grpSpPr>
            <a:xfrm>
              <a:off x="-938434" y="4663037"/>
              <a:ext cx="627798" cy="576693"/>
              <a:chOff x="-1753862" y="6112775"/>
              <a:chExt cx="759635" cy="697798"/>
            </a:xfrm>
          </p:grpSpPr>
          <p:grpSp>
            <p:nvGrpSpPr>
              <p:cNvPr id="32" name="Inspireren">
                <a:extLst>
                  <a:ext uri="{FF2B5EF4-FFF2-40B4-BE49-F238E27FC236}">
                    <a16:creationId xmlns:a16="http://schemas.microsoft.com/office/drawing/2014/main" id="{D30132C9-2025-5C44-46AE-221ABEFB5E0F}"/>
                  </a:ext>
                </a:extLst>
              </p:cNvPr>
              <p:cNvGrpSpPr>
                <a:grpSpLocks noChangeAspect="1"/>
              </p:cNvGrpSpPr>
              <p:nvPr userDrawn="1"/>
            </p:nvGrpSpPr>
            <p:grpSpPr bwMode="auto">
              <a:xfrm>
                <a:off x="-1484858" y="6112775"/>
                <a:ext cx="205431" cy="293286"/>
                <a:chOff x="4768" y="2783"/>
                <a:chExt cx="788" cy="1125"/>
              </a:xfrm>
              <a:gradFill>
                <a:gsLst>
                  <a:gs pos="0">
                    <a:srgbClr val="9D9FA1"/>
                  </a:gs>
                  <a:gs pos="70000">
                    <a:srgbClr val="211F26"/>
                  </a:gs>
                </a:gsLst>
                <a:lin ang="2700000" scaled="0"/>
              </a:gradFill>
            </p:grpSpPr>
            <p:sp>
              <p:nvSpPr>
                <p:cNvPr id="34" name="Freeform 12">
                  <a:extLst>
                    <a:ext uri="{FF2B5EF4-FFF2-40B4-BE49-F238E27FC236}">
                      <a16:creationId xmlns:a16="http://schemas.microsoft.com/office/drawing/2014/main" id="{DCDB8C4F-1930-4C7B-600F-9099358475E1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001" y="3186"/>
                  <a:ext cx="319" cy="288"/>
                </a:xfrm>
                <a:custGeom>
                  <a:avLst/>
                  <a:gdLst>
                    <a:gd name="T0" fmla="*/ 220 w 319"/>
                    <a:gd name="T1" fmla="*/ 288 h 288"/>
                    <a:gd name="T2" fmla="*/ 107 w 319"/>
                    <a:gd name="T3" fmla="*/ 288 h 288"/>
                    <a:gd name="T4" fmla="*/ 0 w 319"/>
                    <a:gd name="T5" fmla="*/ 0 h 288"/>
                    <a:gd name="T6" fmla="*/ 319 w 319"/>
                    <a:gd name="T7" fmla="*/ 0 h 288"/>
                    <a:gd name="T8" fmla="*/ 220 w 319"/>
                    <a:gd name="T9" fmla="*/ 288 h 28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319" h="288">
                      <a:moveTo>
                        <a:pt x="220" y="288"/>
                      </a:moveTo>
                      <a:lnTo>
                        <a:pt x="107" y="288"/>
                      </a:lnTo>
                      <a:lnTo>
                        <a:pt x="0" y="0"/>
                      </a:lnTo>
                      <a:lnTo>
                        <a:pt x="319" y="0"/>
                      </a:lnTo>
                      <a:lnTo>
                        <a:pt x="220" y="288"/>
                      </a:lnTo>
                      <a:close/>
                    </a:path>
                  </a:pathLst>
                </a:custGeom>
                <a:solidFill>
                  <a:srgbClr val="1FF524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defTabSz="995469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300" b="0" i="0" u="none" strike="noStrike" kern="0" cap="none" spc="0" normalizeH="0" baseline="0" noProof="0">
                    <a:ln>
                      <a:noFill/>
                    </a:ln>
                    <a:solidFill>
                      <a:srgbClr val="211F26"/>
                    </a:solidFill>
                    <a:effectLst/>
                    <a:uLnTx/>
                    <a:uFillTx/>
                    <a:latin typeface="+mn-lt"/>
                  </a:endParaRPr>
                </a:p>
              </p:txBody>
            </p:sp>
            <p:sp>
              <p:nvSpPr>
                <p:cNvPr id="35" name="Freeform 13">
                  <a:extLst>
                    <a:ext uri="{FF2B5EF4-FFF2-40B4-BE49-F238E27FC236}">
                      <a16:creationId xmlns:a16="http://schemas.microsoft.com/office/drawing/2014/main" id="{0F4655FA-5BCA-5C0C-7839-6BDE067F0D8D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022" y="3796"/>
                  <a:ext cx="282" cy="112"/>
                </a:xfrm>
                <a:custGeom>
                  <a:avLst/>
                  <a:gdLst>
                    <a:gd name="T0" fmla="*/ 229 w 251"/>
                    <a:gd name="T1" fmla="*/ 70 h 100"/>
                    <a:gd name="T2" fmla="*/ 229 w 251"/>
                    <a:gd name="T3" fmla="*/ 69 h 100"/>
                    <a:gd name="T4" fmla="*/ 251 w 251"/>
                    <a:gd name="T5" fmla="*/ 0 h 100"/>
                    <a:gd name="T6" fmla="*/ 0 w 251"/>
                    <a:gd name="T7" fmla="*/ 0 h 100"/>
                    <a:gd name="T8" fmla="*/ 22 w 251"/>
                    <a:gd name="T9" fmla="*/ 69 h 100"/>
                    <a:gd name="T10" fmla="*/ 63 w 251"/>
                    <a:gd name="T11" fmla="*/ 100 h 100"/>
                    <a:gd name="T12" fmla="*/ 188 w 251"/>
                    <a:gd name="T13" fmla="*/ 100 h 100"/>
                    <a:gd name="T14" fmla="*/ 229 w 251"/>
                    <a:gd name="T15" fmla="*/ 71 h 100"/>
                    <a:gd name="T16" fmla="*/ 229 w 251"/>
                    <a:gd name="T17" fmla="*/ 71 h 100"/>
                    <a:gd name="T18" fmla="*/ 229 w 251"/>
                    <a:gd name="T19" fmla="*/ 70 h 10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</a:cxnLst>
                  <a:rect l="0" t="0" r="r" b="b"/>
                  <a:pathLst>
                    <a:path w="251" h="100">
                      <a:moveTo>
                        <a:pt x="229" y="70"/>
                      </a:moveTo>
                      <a:cubicBezTo>
                        <a:pt x="229" y="70"/>
                        <a:pt x="229" y="69"/>
                        <a:pt x="229" y="69"/>
                      </a:cubicBezTo>
                      <a:cubicBezTo>
                        <a:pt x="251" y="0"/>
                        <a:pt x="251" y="0"/>
                        <a:pt x="251" y="0"/>
                      </a:cubicBezTo>
                      <a:cubicBezTo>
                        <a:pt x="0" y="0"/>
                        <a:pt x="0" y="0"/>
                        <a:pt x="0" y="0"/>
                      </a:cubicBezTo>
                      <a:cubicBezTo>
                        <a:pt x="22" y="69"/>
                        <a:pt x="22" y="69"/>
                        <a:pt x="22" y="69"/>
                      </a:cubicBezTo>
                      <a:cubicBezTo>
                        <a:pt x="27" y="87"/>
                        <a:pt x="44" y="100"/>
                        <a:pt x="63" y="100"/>
                      </a:cubicBezTo>
                      <a:cubicBezTo>
                        <a:pt x="188" y="100"/>
                        <a:pt x="188" y="100"/>
                        <a:pt x="188" y="100"/>
                      </a:cubicBezTo>
                      <a:cubicBezTo>
                        <a:pt x="207" y="100"/>
                        <a:pt x="223" y="88"/>
                        <a:pt x="229" y="71"/>
                      </a:cubicBezTo>
                      <a:cubicBezTo>
                        <a:pt x="229" y="71"/>
                        <a:pt x="229" y="71"/>
                        <a:pt x="229" y="71"/>
                      </a:cubicBezTo>
                      <a:lnTo>
                        <a:pt x="229" y="70"/>
                      </a:ln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defTabSz="995469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300" b="0" i="0" u="none" strike="noStrike" kern="0" cap="none" spc="0" normalizeH="0" baseline="0" noProof="0">
                    <a:ln>
                      <a:noFill/>
                    </a:ln>
                    <a:solidFill>
                      <a:srgbClr val="211F26"/>
                    </a:solidFill>
                    <a:effectLst/>
                    <a:uLnTx/>
                    <a:uFillTx/>
                    <a:latin typeface="+mn-lt"/>
                  </a:endParaRPr>
                </a:p>
              </p:txBody>
            </p:sp>
            <p:sp>
              <p:nvSpPr>
                <p:cNvPr id="36" name="Freeform 14">
                  <a:extLst>
                    <a:ext uri="{FF2B5EF4-FFF2-40B4-BE49-F238E27FC236}">
                      <a16:creationId xmlns:a16="http://schemas.microsoft.com/office/drawing/2014/main" id="{4C8E76B0-8063-A13C-8266-95910CE7688C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4768" y="2783"/>
                  <a:ext cx="788" cy="966"/>
                </a:xfrm>
                <a:custGeom>
                  <a:avLst/>
                  <a:gdLst>
                    <a:gd name="T0" fmla="*/ 351 w 702"/>
                    <a:gd name="T1" fmla="*/ 0 h 860"/>
                    <a:gd name="T2" fmla="*/ 0 w 702"/>
                    <a:gd name="T3" fmla="*/ 351 h 860"/>
                    <a:gd name="T4" fmla="*/ 134 w 702"/>
                    <a:gd name="T5" fmla="*/ 627 h 860"/>
                    <a:gd name="T6" fmla="*/ 165 w 702"/>
                    <a:gd name="T7" fmla="*/ 718 h 860"/>
                    <a:gd name="T8" fmla="*/ 266 w 702"/>
                    <a:gd name="T9" fmla="*/ 718 h 860"/>
                    <a:gd name="T10" fmla="*/ 266 w 702"/>
                    <a:gd name="T11" fmla="*/ 718 h 860"/>
                    <a:gd name="T12" fmla="*/ 434 w 702"/>
                    <a:gd name="T13" fmla="*/ 718 h 860"/>
                    <a:gd name="T14" fmla="*/ 419 w 702"/>
                    <a:gd name="T15" fmla="*/ 760 h 860"/>
                    <a:gd name="T16" fmla="*/ 284 w 702"/>
                    <a:gd name="T17" fmla="*/ 760 h 860"/>
                    <a:gd name="T18" fmla="*/ 284 w 702"/>
                    <a:gd name="T19" fmla="*/ 760 h 860"/>
                    <a:gd name="T20" fmla="*/ 179 w 702"/>
                    <a:gd name="T21" fmla="*/ 760 h 860"/>
                    <a:gd name="T22" fmla="*/ 212 w 702"/>
                    <a:gd name="T23" fmla="*/ 860 h 860"/>
                    <a:gd name="T24" fmla="*/ 212 w 702"/>
                    <a:gd name="T25" fmla="*/ 860 h 860"/>
                    <a:gd name="T26" fmla="*/ 216 w 702"/>
                    <a:gd name="T27" fmla="*/ 860 h 860"/>
                    <a:gd name="T28" fmla="*/ 488 w 702"/>
                    <a:gd name="T29" fmla="*/ 860 h 860"/>
                    <a:gd name="T30" fmla="*/ 491 w 702"/>
                    <a:gd name="T31" fmla="*/ 860 h 860"/>
                    <a:gd name="T32" fmla="*/ 570 w 702"/>
                    <a:gd name="T33" fmla="*/ 625 h 860"/>
                    <a:gd name="T34" fmla="*/ 702 w 702"/>
                    <a:gd name="T35" fmla="*/ 351 h 860"/>
                    <a:gd name="T36" fmla="*/ 351 w 702"/>
                    <a:gd name="T37" fmla="*/ 0 h 860"/>
                    <a:gd name="T38" fmla="*/ 587 w 702"/>
                    <a:gd name="T39" fmla="*/ 438 h 860"/>
                    <a:gd name="T40" fmla="*/ 485 w 702"/>
                    <a:gd name="T41" fmla="*/ 563 h 860"/>
                    <a:gd name="T42" fmla="*/ 454 w 702"/>
                    <a:gd name="T43" fmla="*/ 658 h 860"/>
                    <a:gd name="T44" fmla="*/ 250 w 702"/>
                    <a:gd name="T45" fmla="*/ 658 h 860"/>
                    <a:gd name="T46" fmla="*/ 219 w 702"/>
                    <a:gd name="T47" fmla="*/ 565 h 860"/>
                    <a:gd name="T48" fmla="*/ 115 w 702"/>
                    <a:gd name="T49" fmla="*/ 439 h 860"/>
                    <a:gd name="T50" fmla="*/ 99 w 702"/>
                    <a:gd name="T51" fmla="*/ 351 h 860"/>
                    <a:gd name="T52" fmla="*/ 351 w 702"/>
                    <a:gd name="T53" fmla="*/ 99 h 860"/>
                    <a:gd name="T54" fmla="*/ 603 w 702"/>
                    <a:gd name="T55" fmla="*/ 351 h 860"/>
                    <a:gd name="T56" fmla="*/ 587 w 702"/>
                    <a:gd name="T57" fmla="*/ 438 h 86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</a:cxnLst>
                  <a:rect l="0" t="0" r="r" b="b"/>
                  <a:pathLst>
                    <a:path w="702" h="860">
                      <a:moveTo>
                        <a:pt x="351" y="0"/>
                      </a:moveTo>
                      <a:cubicBezTo>
                        <a:pt x="157" y="0"/>
                        <a:pt x="0" y="157"/>
                        <a:pt x="0" y="351"/>
                      </a:cubicBezTo>
                      <a:cubicBezTo>
                        <a:pt x="0" y="463"/>
                        <a:pt x="52" y="562"/>
                        <a:pt x="134" y="627"/>
                      </a:cubicBezTo>
                      <a:cubicBezTo>
                        <a:pt x="165" y="718"/>
                        <a:pt x="165" y="718"/>
                        <a:pt x="165" y="718"/>
                      </a:cubicBezTo>
                      <a:cubicBezTo>
                        <a:pt x="266" y="718"/>
                        <a:pt x="266" y="718"/>
                        <a:pt x="266" y="718"/>
                      </a:cubicBezTo>
                      <a:cubicBezTo>
                        <a:pt x="266" y="718"/>
                        <a:pt x="266" y="718"/>
                        <a:pt x="266" y="718"/>
                      </a:cubicBezTo>
                      <a:cubicBezTo>
                        <a:pt x="434" y="718"/>
                        <a:pt x="434" y="718"/>
                        <a:pt x="434" y="718"/>
                      </a:cubicBezTo>
                      <a:cubicBezTo>
                        <a:pt x="419" y="760"/>
                        <a:pt x="419" y="760"/>
                        <a:pt x="419" y="760"/>
                      </a:cubicBezTo>
                      <a:cubicBezTo>
                        <a:pt x="284" y="760"/>
                        <a:pt x="284" y="760"/>
                        <a:pt x="284" y="760"/>
                      </a:cubicBezTo>
                      <a:cubicBezTo>
                        <a:pt x="284" y="760"/>
                        <a:pt x="284" y="760"/>
                        <a:pt x="284" y="760"/>
                      </a:cubicBezTo>
                      <a:cubicBezTo>
                        <a:pt x="179" y="760"/>
                        <a:pt x="179" y="760"/>
                        <a:pt x="179" y="760"/>
                      </a:cubicBezTo>
                      <a:cubicBezTo>
                        <a:pt x="212" y="860"/>
                        <a:pt x="212" y="860"/>
                        <a:pt x="212" y="860"/>
                      </a:cubicBezTo>
                      <a:cubicBezTo>
                        <a:pt x="212" y="860"/>
                        <a:pt x="212" y="860"/>
                        <a:pt x="212" y="860"/>
                      </a:cubicBezTo>
                      <a:cubicBezTo>
                        <a:pt x="216" y="860"/>
                        <a:pt x="216" y="860"/>
                        <a:pt x="216" y="860"/>
                      </a:cubicBezTo>
                      <a:cubicBezTo>
                        <a:pt x="488" y="860"/>
                        <a:pt x="488" y="860"/>
                        <a:pt x="488" y="860"/>
                      </a:cubicBezTo>
                      <a:cubicBezTo>
                        <a:pt x="491" y="860"/>
                        <a:pt x="491" y="860"/>
                        <a:pt x="491" y="860"/>
                      </a:cubicBezTo>
                      <a:cubicBezTo>
                        <a:pt x="570" y="625"/>
                        <a:pt x="570" y="625"/>
                        <a:pt x="570" y="625"/>
                      </a:cubicBezTo>
                      <a:cubicBezTo>
                        <a:pt x="651" y="560"/>
                        <a:pt x="702" y="461"/>
                        <a:pt x="702" y="351"/>
                      </a:cubicBezTo>
                      <a:cubicBezTo>
                        <a:pt x="702" y="157"/>
                        <a:pt x="545" y="0"/>
                        <a:pt x="351" y="0"/>
                      </a:cubicBezTo>
                      <a:close/>
                      <a:moveTo>
                        <a:pt x="587" y="438"/>
                      </a:moveTo>
                      <a:cubicBezTo>
                        <a:pt x="568" y="490"/>
                        <a:pt x="531" y="534"/>
                        <a:pt x="485" y="563"/>
                      </a:cubicBezTo>
                      <a:cubicBezTo>
                        <a:pt x="454" y="658"/>
                        <a:pt x="454" y="658"/>
                        <a:pt x="454" y="658"/>
                      </a:cubicBezTo>
                      <a:cubicBezTo>
                        <a:pt x="250" y="658"/>
                        <a:pt x="250" y="658"/>
                        <a:pt x="250" y="658"/>
                      </a:cubicBezTo>
                      <a:cubicBezTo>
                        <a:pt x="219" y="565"/>
                        <a:pt x="219" y="565"/>
                        <a:pt x="219" y="565"/>
                      </a:cubicBezTo>
                      <a:cubicBezTo>
                        <a:pt x="172" y="536"/>
                        <a:pt x="135" y="491"/>
                        <a:pt x="115" y="439"/>
                      </a:cubicBezTo>
                      <a:cubicBezTo>
                        <a:pt x="105" y="411"/>
                        <a:pt x="99" y="382"/>
                        <a:pt x="99" y="351"/>
                      </a:cubicBezTo>
                      <a:cubicBezTo>
                        <a:pt x="99" y="212"/>
                        <a:pt x="212" y="99"/>
                        <a:pt x="351" y="99"/>
                      </a:cubicBezTo>
                      <a:cubicBezTo>
                        <a:pt x="490" y="99"/>
                        <a:pt x="603" y="212"/>
                        <a:pt x="603" y="351"/>
                      </a:cubicBezTo>
                      <a:cubicBezTo>
                        <a:pt x="603" y="381"/>
                        <a:pt x="597" y="411"/>
                        <a:pt x="587" y="438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defTabSz="995469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300" b="0" i="0" u="none" strike="noStrike" kern="0" cap="none" spc="0" normalizeH="0" baseline="0" noProof="0">
                    <a:ln>
                      <a:noFill/>
                    </a:ln>
                    <a:solidFill>
                      <a:srgbClr val="211F26"/>
                    </a:solidFill>
                    <a:effectLst/>
                    <a:uLnTx/>
                    <a:uFillTx/>
                    <a:latin typeface="+mn-lt"/>
                  </a:endParaRPr>
                </a:p>
              </p:txBody>
            </p:sp>
          </p:grpSp>
          <p:sp>
            <p:nvSpPr>
              <p:cNvPr id="33" name="Tekstvak 32">
                <a:extLst>
                  <a:ext uri="{FF2B5EF4-FFF2-40B4-BE49-F238E27FC236}">
                    <a16:creationId xmlns:a16="http://schemas.microsoft.com/office/drawing/2014/main" id="{771AE7A1-D522-5F70-E69D-F82BBBDBD65D}"/>
                  </a:ext>
                </a:extLst>
              </p:cNvPr>
              <p:cNvSpPr txBox="1"/>
              <p:nvPr userDrawn="1"/>
            </p:nvSpPr>
            <p:spPr>
              <a:xfrm>
                <a:off x="-1753862" y="6420664"/>
                <a:ext cx="759635" cy="389909"/>
              </a:xfrm>
              <a:prstGeom prst="rect">
                <a:avLst/>
              </a:prstGeom>
              <a:noFill/>
            </p:spPr>
            <p:txBody>
              <a:bodyPr wrap="square" lIns="0" tIns="0" rIns="0" bIns="0" rtlCol="0" anchor="ctr"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1000" b="0" i="0" u="none" strike="noStrike" kern="0" cap="none" spc="0" normalizeH="0" baseline="0" noProof="0">
                    <a:ln>
                      <a:noFill/>
                    </a:ln>
                    <a:solidFill>
                      <a:srgbClr val="211F26"/>
                    </a:solidFill>
                    <a:effectLst/>
                    <a:uLnTx/>
                    <a:uFillTx/>
                    <a:latin typeface="Calibri" panose="020F0502020204030204" pitchFamily="34" charset="0"/>
                    <a:ea typeface="+mn-ea"/>
                    <a:cs typeface="Calibri" panose="020F0502020204030204" pitchFamily="34" charset="0"/>
                  </a:rPr>
                  <a:t>Inspiration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7278387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echthoek 20">
            <a:extLst>
              <a:ext uri="{FF2B5EF4-FFF2-40B4-BE49-F238E27FC236}">
                <a16:creationId xmlns:a16="http://schemas.microsoft.com/office/drawing/2014/main" id="{8778B65F-BF88-4C17-8B7E-1110F69AEE26}"/>
              </a:ext>
            </a:extLst>
          </p:cNvPr>
          <p:cNvSpPr/>
          <p:nvPr userDrawn="1"/>
        </p:nvSpPr>
        <p:spPr>
          <a:xfrm>
            <a:off x="0" y="-441330"/>
            <a:ext cx="1008931" cy="276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lvl="0"/>
            <a:r>
              <a:rPr lang="en-GB" sz="1800" b="1" cap="none" baseline="0" noProof="0">
                <a:solidFill>
                  <a:schemeClr val="accent1"/>
                </a:solidFill>
                <a:latin typeface="+mj-lt"/>
              </a:rPr>
              <a:t>Title only</a:t>
            </a:r>
          </a:p>
        </p:txBody>
      </p:sp>
      <p:sp>
        <p:nvSpPr>
          <p:cNvPr id="2" name="Tijdelijke aanduiding voor datum 1">
            <a:extLst>
              <a:ext uri="{FF2B5EF4-FFF2-40B4-BE49-F238E27FC236}">
                <a16:creationId xmlns:a16="http://schemas.microsoft.com/office/drawing/2014/main" id="{807AA2A9-52F4-4F7D-8523-63C6A6561FDB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fld id="{86CF0BC4-CAAA-4113-A44D-B077CA6D06A0}" type="datetime1">
              <a:rPr lang="nl-NL" smtClean="0"/>
              <a:t>12-6-2026</a:t>
            </a:fld>
            <a:endParaRPr lang="en-GB"/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7B990ADF-91B8-4E79-82C1-A3A57F190DC3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fld id="{9E843DB9-9987-4157-AB9C-CEA8D7D910BB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5" name="Titel 4">
            <a:extLst>
              <a:ext uri="{FF2B5EF4-FFF2-40B4-BE49-F238E27FC236}">
                <a16:creationId xmlns:a16="http://schemas.microsoft.com/office/drawing/2014/main" id="{9B105F46-F99B-7E73-16E0-CD2C01EDC8C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GB" noProof="0"/>
              <a:t>Title goes here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4367937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+ imag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Vrije vorm: vorm 19">
            <a:extLst>
              <a:ext uri="{FF2B5EF4-FFF2-40B4-BE49-F238E27FC236}">
                <a16:creationId xmlns:a16="http://schemas.microsoft.com/office/drawing/2014/main" id="{D511B4CD-103C-593D-613C-2346A35667C7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-10751" y="0"/>
            <a:ext cx="12202751" cy="6858000"/>
          </a:xfrm>
          <a:custGeom>
            <a:avLst/>
            <a:gdLst>
              <a:gd name="connsiteX0" fmla="*/ 9196825 w 12202751"/>
              <a:gd name="connsiteY0" fmla="*/ 6253791 h 6858000"/>
              <a:gd name="connsiteX1" fmla="*/ 9228283 w 12202751"/>
              <a:gd name="connsiteY1" fmla="*/ 6260764 h 6858000"/>
              <a:gd name="connsiteX2" fmla="*/ 9319129 w 12202751"/>
              <a:gd name="connsiteY2" fmla="*/ 6797771 h 6858000"/>
              <a:gd name="connsiteX3" fmla="*/ 9315062 w 12202751"/>
              <a:gd name="connsiteY3" fmla="*/ 6858000 h 6858000"/>
              <a:gd name="connsiteX4" fmla="*/ 8712780 w 12202751"/>
              <a:gd name="connsiteY4" fmla="*/ 6858000 h 6858000"/>
              <a:gd name="connsiteX5" fmla="*/ 8752852 w 12202751"/>
              <a:gd name="connsiteY5" fmla="*/ 6786092 h 6858000"/>
              <a:gd name="connsiteX6" fmla="*/ 9165949 w 12202751"/>
              <a:gd name="connsiteY6" fmla="*/ 6254507 h 6858000"/>
              <a:gd name="connsiteX7" fmla="*/ 9196825 w 12202751"/>
              <a:gd name="connsiteY7" fmla="*/ 6253791 h 6858000"/>
              <a:gd name="connsiteX8" fmla="*/ 6322661 w 12202751"/>
              <a:gd name="connsiteY8" fmla="*/ 860036 h 6858000"/>
              <a:gd name="connsiteX9" fmla="*/ 6406295 w 12202751"/>
              <a:gd name="connsiteY9" fmla="*/ 923793 h 6858000"/>
              <a:gd name="connsiteX10" fmla="*/ 6343263 w 12202751"/>
              <a:gd name="connsiteY10" fmla="*/ 1578190 h 6858000"/>
              <a:gd name="connsiteX11" fmla="*/ 3612233 w 12202751"/>
              <a:gd name="connsiteY11" fmla="*/ 6735009 h 6858000"/>
              <a:gd name="connsiteX12" fmla="*/ 3592717 w 12202751"/>
              <a:gd name="connsiteY12" fmla="*/ 6858000 h 6858000"/>
              <a:gd name="connsiteX13" fmla="*/ 0 w 12202751"/>
              <a:gd name="connsiteY13" fmla="*/ 6858000 h 6858000"/>
              <a:gd name="connsiteX14" fmla="*/ 0 w 12202751"/>
              <a:gd name="connsiteY14" fmla="*/ 6632489 h 6858000"/>
              <a:gd name="connsiteX15" fmla="*/ 339610 w 12202751"/>
              <a:gd name="connsiteY15" fmla="*/ 6322172 h 6858000"/>
              <a:gd name="connsiteX16" fmla="*/ 5674132 w 12202751"/>
              <a:gd name="connsiteY16" fmla="*/ 1607274 h 6858000"/>
              <a:gd name="connsiteX17" fmla="*/ 6322661 w 12202751"/>
              <a:gd name="connsiteY17" fmla="*/ 860036 h 6858000"/>
              <a:gd name="connsiteX18" fmla="*/ 11650950 w 12202751"/>
              <a:gd name="connsiteY18" fmla="*/ 0 h 6858000"/>
              <a:gd name="connsiteX19" fmla="*/ 12202751 w 12202751"/>
              <a:gd name="connsiteY19" fmla="*/ 0 h 6858000"/>
              <a:gd name="connsiteX20" fmla="*/ 12202751 w 12202751"/>
              <a:gd name="connsiteY20" fmla="*/ 4442690 h 6858000"/>
              <a:gd name="connsiteX21" fmla="*/ 12090669 w 12202751"/>
              <a:gd name="connsiteY21" fmla="*/ 4422014 h 6858000"/>
              <a:gd name="connsiteX22" fmla="*/ 10571396 w 12202751"/>
              <a:gd name="connsiteY22" fmla="*/ 2213198 h 6858000"/>
              <a:gd name="connsiteX23" fmla="*/ 11525799 w 12202751"/>
              <a:gd name="connsiteY23" fmla="*/ 135882 h 6858000"/>
              <a:gd name="connsiteX24" fmla="*/ 0 w 12202751"/>
              <a:gd name="connsiteY24" fmla="*/ 0 h 6858000"/>
              <a:gd name="connsiteX25" fmla="*/ 2054194 w 12202751"/>
              <a:gd name="connsiteY25" fmla="*/ 0 h 6858000"/>
              <a:gd name="connsiteX26" fmla="*/ 1941123 w 12202751"/>
              <a:gd name="connsiteY26" fmla="*/ 75811 h 6858000"/>
              <a:gd name="connsiteX27" fmla="*/ 206525 w 12202751"/>
              <a:gd name="connsiteY27" fmla="*/ 1437904 h 6858000"/>
              <a:gd name="connsiteX28" fmla="*/ 0 w 12202751"/>
              <a:gd name="connsiteY28" fmla="*/ 1632346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</a:cxnLst>
            <a:rect l="l" t="t" r="r" b="b"/>
            <a:pathLst>
              <a:path w="12202751" h="6858000">
                <a:moveTo>
                  <a:pt x="9196825" y="6253791"/>
                </a:moveTo>
                <a:cubicBezTo>
                  <a:pt x="9207202" y="6254820"/>
                  <a:pt x="9217676" y="6257130"/>
                  <a:pt x="9228283" y="6260764"/>
                </a:cubicBezTo>
                <a:cubicBezTo>
                  <a:pt x="9307834" y="6289395"/>
                  <a:pt x="9333091" y="6516346"/>
                  <a:pt x="9319129" y="6797771"/>
                </a:cubicBezTo>
                <a:lnTo>
                  <a:pt x="9315062" y="6858000"/>
                </a:lnTo>
                <a:lnTo>
                  <a:pt x="8712780" y="6858000"/>
                </a:lnTo>
                <a:lnTo>
                  <a:pt x="8752852" y="6786092"/>
                </a:lnTo>
                <a:cubicBezTo>
                  <a:pt x="8924836" y="6476801"/>
                  <a:pt x="9040774" y="6272774"/>
                  <a:pt x="9165949" y="6254507"/>
                </a:cubicBezTo>
                <a:cubicBezTo>
                  <a:pt x="9176167" y="6253017"/>
                  <a:pt x="9186447" y="6252763"/>
                  <a:pt x="9196825" y="6253791"/>
                </a:cubicBezTo>
                <a:close/>
                <a:moveTo>
                  <a:pt x="6322661" y="860036"/>
                </a:moveTo>
                <a:cubicBezTo>
                  <a:pt x="6359190" y="857387"/>
                  <a:pt x="6388114" y="876530"/>
                  <a:pt x="6406295" y="923793"/>
                </a:cubicBezTo>
                <a:cubicBezTo>
                  <a:pt x="6454783" y="1049825"/>
                  <a:pt x="6420842" y="1229178"/>
                  <a:pt x="6343263" y="1578190"/>
                </a:cubicBezTo>
                <a:cubicBezTo>
                  <a:pt x="5856638" y="3709453"/>
                  <a:pt x="3958041" y="5234882"/>
                  <a:pt x="3612233" y="6735009"/>
                </a:cubicBezTo>
                <a:lnTo>
                  <a:pt x="3592717" y="6858000"/>
                </a:lnTo>
                <a:lnTo>
                  <a:pt x="0" y="6858000"/>
                </a:lnTo>
                <a:lnTo>
                  <a:pt x="0" y="6632489"/>
                </a:lnTo>
                <a:lnTo>
                  <a:pt x="339610" y="6322172"/>
                </a:lnTo>
                <a:cubicBezTo>
                  <a:pt x="2196386" y="4691797"/>
                  <a:pt x="4577580" y="3447091"/>
                  <a:pt x="5674132" y="1607274"/>
                </a:cubicBezTo>
                <a:cubicBezTo>
                  <a:pt x="5863234" y="1292194"/>
                  <a:pt x="6164370" y="871513"/>
                  <a:pt x="6322661" y="860036"/>
                </a:cubicBezTo>
                <a:close/>
                <a:moveTo>
                  <a:pt x="11650950" y="0"/>
                </a:moveTo>
                <a:lnTo>
                  <a:pt x="12202751" y="0"/>
                </a:lnTo>
                <a:lnTo>
                  <a:pt x="12202751" y="4442690"/>
                </a:lnTo>
                <a:lnTo>
                  <a:pt x="12090669" y="4422014"/>
                </a:lnTo>
                <a:cubicBezTo>
                  <a:pt x="11211465" y="4223417"/>
                  <a:pt x="10568413" y="3552240"/>
                  <a:pt x="10571396" y="2213198"/>
                </a:cubicBezTo>
                <a:cubicBezTo>
                  <a:pt x="10572439" y="1498198"/>
                  <a:pt x="10939503" y="807920"/>
                  <a:pt x="11525799" y="135882"/>
                </a:cubicBezTo>
                <a:close/>
                <a:moveTo>
                  <a:pt x="0" y="0"/>
                </a:moveTo>
                <a:lnTo>
                  <a:pt x="2054194" y="0"/>
                </a:lnTo>
                <a:lnTo>
                  <a:pt x="1941123" y="75811"/>
                </a:lnTo>
                <a:cubicBezTo>
                  <a:pt x="1355823" y="476321"/>
                  <a:pt x="767225" y="928929"/>
                  <a:pt x="206525" y="1437904"/>
                </a:cubicBezTo>
                <a:lnTo>
                  <a:pt x="0" y="1632346"/>
                </a:lnTo>
                <a:close/>
              </a:path>
            </a:pathLst>
          </a:custGeom>
          <a:solidFill>
            <a:srgbClr val="00B8C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44000" tIns="144000" rIns="144000" bIns="144000" rtlCol="0" anchor="ctr">
            <a:noAutofit/>
          </a:bodyPr>
          <a:lstStyle/>
          <a:p>
            <a:pPr algn="ctr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r>
              <a:rPr lang="en-GB" sz="1600"/>
              <a:t> 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3BFF1B38-67B4-1DE1-F5C5-4B950151F2D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0" y="-429019"/>
            <a:ext cx="1989968" cy="276999"/>
          </a:xfr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spAutoFit/>
          </a:bodyPr>
          <a:lstStyle>
            <a:lvl1pPr>
              <a:lnSpc>
                <a:spcPct val="100000"/>
              </a:lnSpc>
              <a:defRPr lang="nl-NL" sz="1800" b="1" cap="none" baseline="0" dirty="0">
                <a:solidFill>
                  <a:schemeClr val="accent1"/>
                </a:solidFill>
                <a:latin typeface="+mj-lt"/>
              </a:defRPr>
            </a:lvl1pPr>
          </a:lstStyle>
          <a:p>
            <a:pPr marL="0" lvl="0"/>
            <a:r>
              <a:rPr lang="en-GB"/>
              <a:t>Title slide + image</a:t>
            </a:r>
          </a:p>
        </p:txBody>
      </p:sp>
      <p:grpSp>
        <p:nvGrpSpPr>
          <p:cNvPr id="8" name="Graphic 4">
            <a:extLst>
              <a:ext uri="{FF2B5EF4-FFF2-40B4-BE49-F238E27FC236}">
                <a16:creationId xmlns:a16="http://schemas.microsoft.com/office/drawing/2014/main" id="{F8EDA2E5-8990-6524-1F90-5CF9A0ABE743}"/>
              </a:ext>
            </a:extLst>
          </p:cNvPr>
          <p:cNvGrpSpPr/>
          <p:nvPr/>
        </p:nvGrpSpPr>
        <p:grpSpPr>
          <a:xfrm>
            <a:off x="721114" y="437497"/>
            <a:ext cx="1530269" cy="594428"/>
            <a:chOff x="717019" y="5865846"/>
            <a:chExt cx="1413341" cy="549008"/>
          </a:xfrm>
          <a:solidFill>
            <a:srgbClr val="FFFFFF"/>
          </a:solidFill>
        </p:grpSpPr>
        <p:sp>
          <p:nvSpPr>
            <p:cNvPr id="9" name="Vrije vorm: vorm 8">
              <a:extLst>
                <a:ext uri="{FF2B5EF4-FFF2-40B4-BE49-F238E27FC236}">
                  <a16:creationId xmlns:a16="http://schemas.microsoft.com/office/drawing/2014/main" id="{14F687E5-3F7F-C866-9EB7-85E0F55F5463}"/>
                </a:ext>
              </a:extLst>
            </p:cNvPr>
            <p:cNvSpPr/>
            <p:nvPr/>
          </p:nvSpPr>
          <p:spPr>
            <a:xfrm>
              <a:off x="998576" y="6136009"/>
              <a:ext cx="258644" cy="277455"/>
            </a:xfrm>
            <a:custGeom>
              <a:avLst/>
              <a:gdLst>
                <a:gd name="connsiteX0" fmla="*/ 129322 w 258644"/>
                <a:gd name="connsiteY0" fmla="*/ 224847 h 277455"/>
                <a:gd name="connsiteX1" fmla="*/ 183307 w 258644"/>
                <a:gd name="connsiteY1" fmla="*/ 167897 h 277455"/>
                <a:gd name="connsiteX2" fmla="*/ 183307 w 258644"/>
                <a:gd name="connsiteY2" fmla="*/ 0 h 277455"/>
                <a:gd name="connsiteX3" fmla="*/ 258644 w 258644"/>
                <a:gd name="connsiteY3" fmla="*/ 0 h 277455"/>
                <a:gd name="connsiteX4" fmla="*/ 258644 w 258644"/>
                <a:gd name="connsiteY4" fmla="*/ 172238 h 277455"/>
                <a:gd name="connsiteX5" fmla="*/ 129322 w 258644"/>
                <a:gd name="connsiteY5" fmla="*/ 277456 h 277455"/>
                <a:gd name="connsiteX6" fmla="*/ 0 w 258644"/>
                <a:gd name="connsiteY6" fmla="*/ 172238 h 277455"/>
                <a:gd name="connsiteX7" fmla="*/ 0 w 258644"/>
                <a:gd name="connsiteY7" fmla="*/ 174 h 277455"/>
                <a:gd name="connsiteX8" fmla="*/ 75337 w 258644"/>
                <a:gd name="connsiteY8" fmla="*/ 174 h 277455"/>
                <a:gd name="connsiteX9" fmla="*/ 75337 w 258644"/>
                <a:gd name="connsiteY9" fmla="*/ 168071 h 277455"/>
                <a:gd name="connsiteX10" fmla="*/ 129322 w 258644"/>
                <a:gd name="connsiteY10" fmla="*/ 224847 h 2774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58644" h="277455">
                  <a:moveTo>
                    <a:pt x="129322" y="224847"/>
                  </a:moveTo>
                  <a:cubicBezTo>
                    <a:pt x="164907" y="224847"/>
                    <a:pt x="183307" y="200713"/>
                    <a:pt x="183307" y="167897"/>
                  </a:cubicBezTo>
                  <a:lnTo>
                    <a:pt x="183307" y="0"/>
                  </a:lnTo>
                  <a:lnTo>
                    <a:pt x="258644" y="0"/>
                  </a:lnTo>
                  <a:lnTo>
                    <a:pt x="258644" y="172238"/>
                  </a:lnTo>
                  <a:cubicBezTo>
                    <a:pt x="257255" y="247592"/>
                    <a:pt x="197542" y="277456"/>
                    <a:pt x="129322" y="277456"/>
                  </a:cubicBezTo>
                  <a:cubicBezTo>
                    <a:pt x="61102" y="277456"/>
                    <a:pt x="0" y="247592"/>
                    <a:pt x="0" y="172238"/>
                  </a:cubicBezTo>
                  <a:lnTo>
                    <a:pt x="0" y="174"/>
                  </a:lnTo>
                  <a:lnTo>
                    <a:pt x="75337" y="174"/>
                  </a:lnTo>
                  <a:lnTo>
                    <a:pt x="75337" y="168071"/>
                  </a:lnTo>
                  <a:cubicBezTo>
                    <a:pt x="73948" y="200713"/>
                    <a:pt x="93910" y="224847"/>
                    <a:pt x="129322" y="224847"/>
                  </a:cubicBezTo>
                  <a:close/>
                </a:path>
              </a:pathLst>
            </a:custGeom>
            <a:solidFill>
              <a:srgbClr val="FFFFFF"/>
            </a:solidFill>
            <a:ln w="173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0" name="Vrije vorm: vorm 9">
              <a:extLst>
                <a:ext uri="{FF2B5EF4-FFF2-40B4-BE49-F238E27FC236}">
                  <a16:creationId xmlns:a16="http://schemas.microsoft.com/office/drawing/2014/main" id="{59449444-9956-51CD-FA6E-807D2DAA76C3}"/>
                </a:ext>
              </a:extLst>
            </p:cNvPr>
            <p:cNvSpPr/>
            <p:nvPr/>
          </p:nvSpPr>
          <p:spPr>
            <a:xfrm>
              <a:off x="717019" y="6136183"/>
              <a:ext cx="244583" cy="271726"/>
            </a:xfrm>
            <a:custGeom>
              <a:avLst/>
              <a:gdLst>
                <a:gd name="connsiteX0" fmla="*/ 85405 w 244583"/>
                <a:gd name="connsiteY0" fmla="*/ 271726 h 271726"/>
                <a:gd name="connsiteX1" fmla="*/ 160741 w 244583"/>
                <a:gd name="connsiteY1" fmla="*/ 271726 h 271726"/>
                <a:gd name="connsiteX2" fmla="*/ 160741 w 244583"/>
                <a:gd name="connsiteY2" fmla="*/ 52609 h 271726"/>
                <a:gd name="connsiteX3" fmla="*/ 244583 w 244583"/>
                <a:gd name="connsiteY3" fmla="*/ 52609 h 271726"/>
                <a:gd name="connsiteX4" fmla="*/ 244583 w 244583"/>
                <a:gd name="connsiteY4" fmla="*/ 0 h 271726"/>
                <a:gd name="connsiteX5" fmla="*/ 0 w 244583"/>
                <a:gd name="connsiteY5" fmla="*/ 0 h 271726"/>
                <a:gd name="connsiteX6" fmla="*/ 0 w 244583"/>
                <a:gd name="connsiteY6" fmla="*/ 52609 h 271726"/>
                <a:gd name="connsiteX7" fmla="*/ 85405 w 244583"/>
                <a:gd name="connsiteY7" fmla="*/ 52609 h 2717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44583" h="271726">
                  <a:moveTo>
                    <a:pt x="85405" y="271726"/>
                  </a:moveTo>
                  <a:lnTo>
                    <a:pt x="160741" y="271726"/>
                  </a:lnTo>
                  <a:lnTo>
                    <a:pt x="160741" y="52609"/>
                  </a:lnTo>
                  <a:lnTo>
                    <a:pt x="244583" y="52609"/>
                  </a:lnTo>
                  <a:lnTo>
                    <a:pt x="244583" y="0"/>
                  </a:lnTo>
                  <a:lnTo>
                    <a:pt x="0" y="0"/>
                  </a:lnTo>
                  <a:lnTo>
                    <a:pt x="0" y="52609"/>
                  </a:lnTo>
                  <a:lnTo>
                    <a:pt x="85405" y="52609"/>
                  </a:lnTo>
                  <a:close/>
                </a:path>
              </a:pathLst>
            </a:custGeom>
            <a:solidFill>
              <a:srgbClr val="FFFFFF"/>
            </a:solidFill>
            <a:ln w="173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1" name="Vrije vorm: vorm 10">
              <a:extLst>
                <a:ext uri="{FF2B5EF4-FFF2-40B4-BE49-F238E27FC236}">
                  <a16:creationId xmlns:a16="http://schemas.microsoft.com/office/drawing/2014/main" id="{38D46059-DB59-DD28-5BD0-842E6FDED580}"/>
                </a:ext>
              </a:extLst>
            </p:cNvPr>
            <p:cNvSpPr/>
            <p:nvPr/>
          </p:nvSpPr>
          <p:spPr>
            <a:xfrm>
              <a:off x="792227" y="5865846"/>
              <a:ext cx="256862" cy="254189"/>
            </a:xfrm>
            <a:custGeom>
              <a:avLst/>
              <a:gdLst>
                <a:gd name="connsiteX0" fmla="*/ 190726 w 256862"/>
                <a:gd name="connsiteY0" fmla="*/ 138033 h 254189"/>
                <a:gd name="connsiteX1" fmla="*/ 153752 w 256862"/>
                <a:gd name="connsiteY1" fmla="*/ 115288 h 254189"/>
                <a:gd name="connsiteX2" fmla="*/ 254780 w 256862"/>
                <a:gd name="connsiteY2" fmla="*/ 14237 h 254189"/>
                <a:gd name="connsiteX3" fmla="*/ 254780 w 256862"/>
                <a:gd name="connsiteY3" fmla="*/ 0 h 254189"/>
                <a:gd name="connsiteX4" fmla="*/ 247663 w 256862"/>
                <a:gd name="connsiteY4" fmla="*/ 9897 h 254189"/>
                <a:gd name="connsiteX5" fmla="*/ 102718 w 256862"/>
                <a:gd name="connsiteY5" fmla="*/ 66846 h 254189"/>
                <a:gd name="connsiteX6" fmla="*/ 3253 w 256862"/>
                <a:gd name="connsiteY6" fmla="*/ 217555 h 254189"/>
                <a:gd name="connsiteX7" fmla="*/ 10370 w 256862"/>
                <a:gd name="connsiteY7" fmla="*/ 237522 h 254189"/>
                <a:gd name="connsiteX8" fmla="*/ 13147 w 256862"/>
                <a:gd name="connsiteY8" fmla="*/ 217555 h 254189"/>
                <a:gd name="connsiteX9" fmla="*/ 101329 w 256862"/>
                <a:gd name="connsiteY9" fmla="*/ 107996 h 254189"/>
                <a:gd name="connsiteX10" fmla="*/ 109835 w 256862"/>
                <a:gd name="connsiteY10" fmla="*/ 100877 h 254189"/>
                <a:gd name="connsiteX11" fmla="*/ 109835 w 256862"/>
                <a:gd name="connsiteY11" fmla="*/ 107996 h 254189"/>
                <a:gd name="connsiteX12" fmla="*/ 79978 w 256862"/>
                <a:gd name="connsiteY12" fmla="*/ 179183 h 254189"/>
                <a:gd name="connsiteX13" fmla="*/ 135352 w 256862"/>
                <a:gd name="connsiteY13" fmla="*/ 167724 h 254189"/>
                <a:gd name="connsiteX14" fmla="*/ 141081 w 256862"/>
                <a:gd name="connsiteY14" fmla="*/ 160605 h 254189"/>
                <a:gd name="connsiteX15" fmla="*/ 141081 w 256862"/>
                <a:gd name="connsiteY15" fmla="*/ 172064 h 254189"/>
                <a:gd name="connsiteX16" fmla="*/ 104107 w 256862"/>
                <a:gd name="connsiteY16" fmla="*/ 241689 h 254189"/>
                <a:gd name="connsiteX17" fmla="*/ 85706 w 256862"/>
                <a:gd name="connsiteY17" fmla="*/ 253148 h 254189"/>
                <a:gd name="connsiteX18" fmla="*/ 95601 w 256862"/>
                <a:gd name="connsiteY18" fmla="*/ 253148 h 254189"/>
                <a:gd name="connsiteX19" fmla="*/ 226485 w 256862"/>
                <a:gd name="connsiteY19" fmla="*/ 125185 h 254189"/>
                <a:gd name="connsiteX20" fmla="*/ 226485 w 256862"/>
                <a:gd name="connsiteY20" fmla="*/ 116677 h 254189"/>
                <a:gd name="connsiteX21" fmla="*/ 219368 w 256862"/>
                <a:gd name="connsiteY21" fmla="*/ 121018 h 254189"/>
                <a:gd name="connsiteX22" fmla="*/ 190726 w 256862"/>
                <a:gd name="connsiteY22" fmla="*/ 138033 h 2541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256862" h="254189">
                  <a:moveTo>
                    <a:pt x="190726" y="138033"/>
                  </a:moveTo>
                  <a:cubicBezTo>
                    <a:pt x="172326" y="143763"/>
                    <a:pt x="153752" y="139422"/>
                    <a:pt x="153752" y="115288"/>
                  </a:cubicBezTo>
                  <a:cubicBezTo>
                    <a:pt x="153752" y="78306"/>
                    <a:pt x="241934" y="47053"/>
                    <a:pt x="254780" y="14237"/>
                  </a:cubicBezTo>
                  <a:cubicBezTo>
                    <a:pt x="257557" y="5730"/>
                    <a:pt x="257557" y="0"/>
                    <a:pt x="254780" y="0"/>
                  </a:cubicBezTo>
                  <a:cubicBezTo>
                    <a:pt x="252002" y="0"/>
                    <a:pt x="254780" y="4341"/>
                    <a:pt x="247663" y="9897"/>
                  </a:cubicBezTo>
                  <a:cubicBezTo>
                    <a:pt x="210689" y="46879"/>
                    <a:pt x="149586" y="46879"/>
                    <a:pt x="102718" y="66846"/>
                  </a:cubicBezTo>
                  <a:cubicBezTo>
                    <a:pt x="71472" y="81084"/>
                    <a:pt x="-18098" y="123796"/>
                    <a:pt x="3253" y="217555"/>
                  </a:cubicBezTo>
                  <a:cubicBezTo>
                    <a:pt x="4642" y="221895"/>
                    <a:pt x="7593" y="237522"/>
                    <a:pt x="10370" y="237522"/>
                  </a:cubicBezTo>
                  <a:cubicBezTo>
                    <a:pt x="13147" y="237522"/>
                    <a:pt x="13147" y="229014"/>
                    <a:pt x="13147" y="217555"/>
                  </a:cubicBezTo>
                  <a:cubicBezTo>
                    <a:pt x="13147" y="160605"/>
                    <a:pt x="78589" y="144978"/>
                    <a:pt x="101329" y="107996"/>
                  </a:cubicBezTo>
                  <a:cubicBezTo>
                    <a:pt x="104107" y="103655"/>
                    <a:pt x="108446" y="98099"/>
                    <a:pt x="109835" y="100877"/>
                  </a:cubicBezTo>
                  <a:cubicBezTo>
                    <a:pt x="109835" y="102266"/>
                    <a:pt x="109835" y="103655"/>
                    <a:pt x="109835" y="107996"/>
                  </a:cubicBezTo>
                  <a:cubicBezTo>
                    <a:pt x="102718" y="137860"/>
                    <a:pt x="71472" y="157827"/>
                    <a:pt x="79978" y="179183"/>
                  </a:cubicBezTo>
                  <a:cubicBezTo>
                    <a:pt x="91435" y="207658"/>
                    <a:pt x="125458" y="186302"/>
                    <a:pt x="135352" y="167724"/>
                  </a:cubicBezTo>
                  <a:cubicBezTo>
                    <a:pt x="138130" y="163383"/>
                    <a:pt x="139692" y="159216"/>
                    <a:pt x="141081" y="160605"/>
                  </a:cubicBezTo>
                  <a:cubicBezTo>
                    <a:pt x="142469" y="160605"/>
                    <a:pt x="142469" y="166335"/>
                    <a:pt x="141081" y="172064"/>
                  </a:cubicBezTo>
                  <a:cubicBezTo>
                    <a:pt x="135352" y="204706"/>
                    <a:pt x="128235" y="223284"/>
                    <a:pt x="104107" y="241689"/>
                  </a:cubicBezTo>
                  <a:cubicBezTo>
                    <a:pt x="96990" y="247418"/>
                    <a:pt x="84144" y="248807"/>
                    <a:pt x="85706" y="253148"/>
                  </a:cubicBezTo>
                  <a:cubicBezTo>
                    <a:pt x="85706" y="254537"/>
                    <a:pt x="91435" y="254537"/>
                    <a:pt x="95601" y="253148"/>
                  </a:cubicBezTo>
                  <a:cubicBezTo>
                    <a:pt x="159654" y="248807"/>
                    <a:pt x="212251" y="174842"/>
                    <a:pt x="226485" y="125185"/>
                  </a:cubicBezTo>
                  <a:cubicBezTo>
                    <a:pt x="227874" y="122407"/>
                    <a:pt x="227874" y="118066"/>
                    <a:pt x="226485" y="116677"/>
                  </a:cubicBezTo>
                  <a:cubicBezTo>
                    <a:pt x="225097" y="115288"/>
                    <a:pt x="222146" y="118066"/>
                    <a:pt x="219368" y="121018"/>
                  </a:cubicBezTo>
                  <a:cubicBezTo>
                    <a:pt x="209127" y="128137"/>
                    <a:pt x="200621" y="133866"/>
                    <a:pt x="190726" y="138033"/>
                  </a:cubicBezTo>
                  <a:close/>
                </a:path>
              </a:pathLst>
            </a:custGeom>
            <a:solidFill>
              <a:srgbClr val="FFFFFF"/>
            </a:solidFill>
            <a:ln w="173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2" name="Vrije vorm: vorm 11">
              <a:extLst>
                <a:ext uri="{FF2B5EF4-FFF2-40B4-BE49-F238E27FC236}">
                  <a16:creationId xmlns:a16="http://schemas.microsoft.com/office/drawing/2014/main" id="{1D9EED3E-2DF3-39B2-4ABF-9A9E2C76D6B1}"/>
                </a:ext>
              </a:extLst>
            </p:cNvPr>
            <p:cNvSpPr/>
            <p:nvPr/>
          </p:nvSpPr>
          <p:spPr>
            <a:xfrm>
              <a:off x="1588597" y="6213099"/>
              <a:ext cx="172024" cy="200539"/>
            </a:xfrm>
            <a:custGeom>
              <a:avLst/>
              <a:gdLst>
                <a:gd name="connsiteX0" fmla="*/ 38363 w 172024"/>
                <a:gd name="connsiteY0" fmla="*/ 82299 h 200539"/>
                <a:gd name="connsiteX1" fmla="*/ 86620 w 172024"/>
                <a:gd name="connsiteY1" fmla="*/ 25350 h 200539"/>
                <a:gd name="connsiteX2" fmla="*/ 134877 w 172024"/>
                <a:gd name="connsiteY2" fmla="*/ 82299 h 200539"/>
                <a:gd name="connsiteX3" fmla="*/ 38363 w 172024"/>
                <a:gd name="connsiteY3" fmla="*/ 82299 h 200539"/>
                <a:gd name="connsiteX4" fmla="*/ 172024 w 172024"/>
                <a:gd name="connsiteY4" fmla="*/ 106607 h 200539"/>
                <a:gd name="connsiteX5" fmla="*/ 172024 w 172024"/>
                <a:gd name="connsiteY5" fmla="*/ 89591 h 200539"/>
                <a:gd name="connsiteX6" fmla="*/ 88182 w 172024"/>
                <a:gd name="connsiteY6" fmla="*/ 0 h 200539"/>
                <a:gd name="connsiteX7" fmla="*/ 0 w 172024"/>
                <a:gd name="connsiteY7" fmla="*/ 102440 h 200539"/>
                <a:gd name="connsiteX8" fmla="*/ 85231 w 172024"/>
                <a:gd name="connsiteY8" fmla="*/ 200539 h 200539"/>
                <a:gd name="connsiteX9" fmla="*/ 169073 w 172024"/>
                <a:gd name="connsiteY9" fmla="*/ 136471 h 200539"/>
                <a:gd name="connsiteX10" fmla="*/ 130711 w 172024"/>
                <a:gd name="connsiteY10" fmla="*/ 136471 h 200539"/>
                <a:gd name="connsiteX11" fmla="*/ 85231 w 172024"/>
                <a:gd name="connsiteY11" fmla="*/ 174842 h 200539"/>
                <a:gd name="connsiteX12" fmla="*/ 36974 w 172024"/>
                <a:gd name="connsiteY12" fmla="*/ 107996 h 200539"/>
                <a:gd name="connsiteX13" fmla="*/ 172024 w 172024"/>
                <a:gd name="connsiteY13" fmla="*/ 107996 h 200539"/>
                <a:gd name="connsiteX14" fmla="*/ 172024 w 172024"/>
                <a:gd name="connsiteY14" fmla="*/ 106607 h 2005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172024" h="200539">
                  <a:moveTo>
                    <a:pt x="38363" y="82299"/>
                  </a:moveTo>
                  <a:cubicBezTo>
                    <a:pt x="38363" y="52435"/>
                    <a:pt x="56763" y="25350"/>
                    <a:pt x="86620" y="25350"/>
                  </a:cubicBezTo>
                  <a:cubicBezTo>
                    <a:pt x="120816" y="25350"/>
                    <a:pt x="134877" y="49484"/>
                    <a:pt x="134877" y="82299"/>
                  </a:cubicBezTo>
                  <a:lnTo>
                    <a:pt x="38363" y="82299"/>
                  </a:lnTo>
                  <a:close/>
                  <a:moveTo>
                    <a:pt x="172024" y="106607"/>
                  </a:moveTo>
                  <a:lnTo>
                    <a:pt x="172024" y="89591"/>
                  </a:lnTo>
                  <a:cubicBezTo>
                    <a:pt x="172024" y="36983"/>
                    <a:pt x="142167" y="0"/>
                    <a:pt x="88182" y="0"/>
                  </a:cubicBezTo>
                  <a:cubicBezTo>
                    <a:pt x="28468" y="0"/>
                    <a:pt x="0" y="46879"/>
                    <a:pt x="0" y="102440"/>
                  </a:cubicBezTo>
                  <a:cubicBezTo>
                    <a:pt x="0" y="158001"/>
                    <a:pt x="24128" y="200539"/>
                    <a:pt x="85231" y="200539"/>
                  </a:cubicBezTo>
                  <a:cubicBezTo>
                    <a:pt x="130711" y="200539"/>
                    <a:pt x="163518" y="179183"/>
                    <a:pt x="169073" y="136471"/>
                  </a:cubicBezTo>
                  <a:lnTo>
                    <a:pt x="130711" y="136471"/>
                  </a:lnTo>
                  <a:cubicBezTo>
                    <a:pt x="126371" y="163557"/>
                    <a:pt x="112310" y="174842"/>
                    <a:pt x="85231" y="174842"/>
                  </a:cubicBezTo>
                  <a:cubicBezTo>
                    <a:pt x="48257" y="174842"/>
                    <a:pt x="36974" y="142200"/>
                    <a:pt x="36974" y="107996"/>
                  </a:cubicBezTo>
                  <a:lnTo>
                    <a:pt x="172024" y="107996"/>
                  </a:lnTo>
                  <a:lnTo>
                    <a:pt x="172024" y="106607"/>
                  </a:lnTo>
                  <a:close/>
                </a:path>
              </a:pathLst>
            </a:custGeom>
            <a:solidFill>
              <a:srgbClr val="FFFFFF"/>
            </a:solidFill>
            <a:ln w="173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3" name="Vrije vorm: vorm 12">
              <a:extLst>
                <a:ext uri="{FF2B5EF4-FFF2-40B4-BE49-F238E27FC236}">
                  <a16:creationId xmlns:a16="http://schemas.microsoft.com/office/drawing/2014/main" id="{FE872223-5E47-AEA4-3F51-C5DC13B053E8}"/>
                </a:ext>
              </a:extLst>
            </p:cNvPr>
            <p:cNvSpPr/>
            <p:nvPr/>
          </p:nvSpPr>
          <p:spPr>
            <a:xfrm>
              <a:off x="1803323" y="6136183"/>
              <a:ext cx="35585" cy="271552"/>
            </a:xfrm>
            <a:custGeom>
              <a:avLst/>
              <a:gdLst>
                <a:gd name="connsiteX0" fmla="*/ 0 w 35585"/>
                <a:gd name="connsiteY0" fmla="*/ 0 h 271552"/>
                <a:gd name="connsiteX1" fmla="*/ 35585 w 35585"/>
                <a:gd name="connsiteY1" fmla="*/ 0 h 271552"/>
                <a:gd name="connsiteX2" fmla="*/ 35585 w 35585"/>
                <a:gd name="connsiteY2" fmla="*/ 271552 h 271552"/>
                <a:gd name="connsiteX3" fmla="*/ 0 w 35585"/>
                <a:gd name="connsiteY3" fmla="*/ 271552 h 2715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5585" h="271552">
                  <a:moveTo>
                    <a:pt x="0" y="0"/>
                  </a:moveTo>
                  <a:lnTo>
                    <a:pt x="35585" y="0"/>
                  </a:lnTo>
                  <a:lnTo>
                    <a:pt x="35585" y="271552"/>
                  </a:lnTo>
                  <a:lnTo>
                    <a:pt x="0" y="271552"/>
                  </a:lnTo>
                  <a:close/>
                </a:path>
              </a:pathLst>
            </a:custGeom>
            <a:solidFill>
              <a:srgbClr val="FFFFFF"/>
            </a:solidFill>
            <a:ln w="173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4" name="Vrije vorm: vorm 13">
              <a:extLst>
                <a:ext uri="{FF2B5EF4-FFF2-40B4-BE49-F238E27FC236}">
                  <a16:creationId xmlns:a16="http://schemas.microsoft.com/office/drawing/2014/main" id="{3E81D4D2-DEFC-7F03-C7F1-7B01AE4AF1EC}"/>
                </a:ext>
              </a:extLst>
            </p:cNvPr>
            <p:cNvSpPr/>
            <p:nvPr/>
          </p:nvSpPr>
          <p:spPr>
            <a:xfrm>
              <a:off x="1880049" y="6129238"/>
              <a:ext cx="122204" cy="278671"/>
            </a:xfrm>
            <a:custGeom>
              <a:avLst/>
              <a:gdLst>
                <a:gd name="connsiteX0" fmla="*/ 72559 w 122204"/>
                <a:gd name="connsiteY0" fmla="*/ 278671 h 278671"/>
                <a:gd name="connsiteX1" fmla="*/ 72559 w 122204"/>
                <a:gd name="connsiteY1" fmla="*/ 113726 h 278671"/>
                <a:gd name="connsiteX2" fmla="*/ 116650 w 122204"/>
                <a:gd name="connsiteY2" fmla="*/ 113726 h 278671"/>
                <a:gd name="connsiteX3" fmla="*/ 116650 w 122204"/>
                <a:gd name="connsiteY3" fmla="*/ 88202 h 278671"/>
                <a:gd name="connsiteX4" fmla="*/ 72559 w 122204"/>
                <a:gd name="connsiteY4" fmla="*/ 88202 h 278671"/>
                <a:gd name="connsiteX5" fmla="*/ 72559 w 122204"/>
                <a:gd name="connsiteY5" fmla="*/ 58339 h 278671"/>
                <a:gd name="connsiteX6" fmla="*/ 103805 w 122204"/>
                <a:gd name="connsiteY6" fmla="*/ 32816 h 278671"/>
                <a:gd name="connsiteX7" fmla="*/ 122205 w 122204"/>
                <a:gd name="connsiteY7" fmla="*/ 34205 h 278671"/>
                <a:gd name="connsiteX8" fmla="*/ 122205 w 122204"/>
                <a:gd name="connsiteY8" fmla="*/ 4341 h 278671"/>
                <a:gd name="connsiteX9" fmla="*/ 96688 w 122204"/>
                <a:gd name="connsiteY9" fmla="*/ 0 h 278671"/>
                <a:gd name="connsiteX10" fmla="*/ 36974 w 122204"/>
                <a:gd name="connsiteY10" fmla="*/ 52609 h 278671"/>
                <a:gd name="connsiteX11" fmla="*/ 36974 w 122204"/>
                <a:gd name="connsiteY11" fmla="*/ 88202 h 278671"/>
                <a:gd name="connsiteX12" fmla="*/ 0 w 122204"/>
                <a:gd name="connsiteY12" fmla="*/ 88202 h 278671"/>
                <a:gd name="connsiteX13" fmla="*/ 0 w 122204"/>
                <a:gd name="connsiteY13" fmla="*/ 113726 h 278671"/>
                <a:gd name="connsiteX14" fmla="*/ 36974 w 122204"/>
                <a:gd name="connsiteY14" fmla="*/ 113726 h 278671"/>
                <a:gd name="connsiteX15" fmla="*/ 36974 w 122204"/>
                <a:gd name="connsiteY15" fmla="*/ 278671 h 278671"/>
                <a:gd name="connsiteX16" fmla="*/ 72559 w 122204"/>
                <a:gd name="connsiteY16" fmla="*/ 278671 h 2786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22204" h="278671">
                  <a:moveTo>
                    <a:pt x="72559" y="278671"/>
                  </a:moveTo>
                  <a:lnTo>
                    <a:pt x="72559" y="113726"/>
                  </a:lnTo>
                  <a:lnTo>
                    <a:pt x="116650" y="113726"/>
                  </a:lnTo>
                  <a:lnTo>
                    <a:pt x="116650" y="88202"/>
                  </a:lnTo>
                  <a:lnTo>
                    <a:pt x="72559" y="88202"/>
                  </a:lnTo>
                  <a:lnTo>
                    <a:pt x="72559" y="58339"/>
                  </a:lnTo>
                  <a:cubicBezTo>
                    <a:pt x="72559" y="36983"/>
                    <a:pt x="82454" y="32816"/>
                    <a:pt x="103805" y="32816"/>
                  </a:cubicBezTo>
                  <a:cubicBezTo>
                    <a:pt x="109533" y="32816"/>
                    <a:pt x="115262" y="34205"/>
                    <a:pt x="122205" y="34205"/>
                  </a:cubicBezTo>
                  <a:lnTo>
                    <a:pt x="122205" y="4341"/>
                  </a:lnTo>
                  <a:cubicBezTo>
                    <a:pt x="113699" y="2952"/>
                    <a:pt x="105194" y="0"/>
                    <a:pt x="96688" y="0"/>
                  </a:cubicBezTo>
                  <a:cubicBezTo>
                    <a:pt x="62491" y="0"/>
                    <a:pt x="36974" y="17015"/>
                    <a:pt x="36974" y="52609"/>
                  </a:cubicBezTo>
                  <a:lnTo>
                    <a:pt x="36974" y="88202"/>
                  </a:lnTo>
                  <a:lnTo>
                    <a:pt x="0" y="88202"/>
                  </a:lnTo>
                  <a:lnTo>
                    <a:pt x="0" y="113726"/>
                  </a:lnTo>
                  <a:lnTo>
                    <a:pt x="36974" y="113726"/>
                  </a:lnTo>
                  <a:lnTo>
                    <a:pt x="36974" y="278671"/>
                  </a:lnTo>
                  <a:lnTo>
                    <a:pt x="72559" y="278671"/>
                  </a:lnTo>
                  <a:close/>
                </a:path>
              </a:pathLst>
            </a:custGeom>
            <a:solidFill>
              <a:srgbClr val="FFFFFF"/>
            </a:solidFill>
            <a:ln w="173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5" name="Vrije vorm: vorm 14">
              <a:extLst>
                <a:ext uri="{FF2B5EF4-FFF2-40B4-BE49-F238E27FC236}">
                  <a16:creationId xmlns:a16="http://schemas.microsoft.com/office/drawing/2014/main" id="{22E0BAD8-5DCF-72B7-FB7A-91979F996E51}"/>
                </a:ext>
              </a:extLst>
            </p:cNvPr>
            <p:cNvSpPr/>
            <p:nvPr/>
          </p:nvSpPr>
          <p:spPr>
            <a:xfrm>
              <a:off x="2016661" y="6168998"/>
              <a:ext cx="113699" cy="245855"/>
            </a:xfrm>
            <a:custGeom>
              <a:avLst/>
              <a:gdLst>
                <a:gd name="connsiteX0" fmla="*/ 0 w 113699"/>
                <a:gd name="connsiteY0" fmla="*/ 49657 h 245855"/>
                <a:gd name="connsiteX1" fmla="*/ 0 w 113699"/>
                <a:gd name="connsiteY1" fmla="*/ 75180 h 245855"/>
                <a:gd name="connsiteX2" fmla="*/ 32634 w 113699"/>
                <a:gd name="connsiteY2" fmla="*/ 75180 h 245855"/>
                <a:gd name="connsiteX3" fmla="*/ 32634 w 113699"/>
                <a:gd name="connsiteY3" fmla="*/ 196025 h 245855"/>
                <a:gd name="connsiteX4" fmla="*/ 86620 w 113699"/>
                <a:gd name="connsiteY4" fmla="*/ 245856 h 245855"/>
                <a:gd name="connsiteX5" fmla="*/ 110748 w 113699"/>
                <a:gd name="connsiteY5" fmla="*/ 243078 h 245855"/>
                <a:gd name="connsiteX6" fmla="*/ 110748 w 113699"/>
                <a:gd name="connsiteY6" fmla="*/ 215992 h 245855"/>
                <a:gd name="connsiteX7" fmla="*/ 92348 w 113699"/>
                <a:gd name="connsiteY7" fmla="*/ 218770 h 245855"/>
                <a:gd name="connsiteX8" fmla="*/ 69608 w 113699"/>
                <a:gd name="connsiteY8" fmla="*/ 198803 h 245855"/>
                <a:gd name="connsiteX9" fmla="*/ 69608 w 113699"/>
                <a:gd name="connsiteY9" fmla="*/ 76743 h 245855"/>
                <a:gd name="connsiteX10" fmla="*/ 113699 w 113699"/>
                <a:gd name="connsiteY10" fmla="*/ 76743 h 245855"/>
                <a:gd name="connsiteX11" fmla="*/ 113699 w 113699"/>
                <a:gd name="connsiteY11" fmla="*/ 51220 h 245855"/>
                <a:gd name="connsiteX12" fmla="*/ 69608 w 113699"/>
                <a:gd name="connsiteY12" fmla="*/ 51220 h 245855"/>
                <a:gd name="connsiteX13" fmla="*/ 69608 w 113699"/>
                <a:gd name="connsiteY13" fmla="*/ 0 h 245855"/>
                <a:gd name="connsiteX14" fmla="*/ 34023 w 113699"/>
                <a:gd name="connsiteY14" fmla="*/ 11459 h 245855"/>
                <a:gd name="connsiteX15" fmla="*/ 34023 w 113699"/>
                <a:gd name="connsiteY15" fmla="*/ 51220 h 245855"/>
                <a:gd name="connsiteX16" fmla="*/ 0 w 113699"/>
                <a:gd name="connsiteY16" fmla="*/ 49657 h 2458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13699" h="245855">
                  <a:moveTo>
                    <a:pt x="0" y="49657"/>
                  </a:moveTo>
                  <a:lnTo>
                    <a:pt x="0" y="75180"/>
                  </a:lnTo>
                  <a:lnTo>
                    <a:pt x="32634" y="75180"/>
                  </a:lnTo>
                  <a:lnTo>
                    <a:pt x="32634" y="196025"/>
                  </a:lnTo>
                  <a:cubicBezTo>
                    <a:pt x="32634" y="221548"/>
                    <a:pt x="32634" y="245856"/>
                    <a:pt x="86620" y="245856"/>
                  </a:cubicBezTo>
                  <a:cubicBezTo>
                    <a:pt x="95125" y="245856"/>
                    <a:pt x="102243" y="244467"/>
                    <a:pt x="110748" y="243078"/>
                  </a:cubicBezTo>
                  <a:lnTo>
                    <a:pt x="110748" y="215992"/>
                  </a:lnTo>
                  <a:cubicBezTo>
                    <a:pt x="105020" y="217381"/>
                    <a:pt x="97903" y="218770"/>
                    <a:pt x="92348" y="218770"/>
                  </a:cubicBezTo>
                  <a:cubicBezTo>
                    <a:pt x="79503" y="218770"/>
                    <a:pt x="69608" y="211651"/>
                    <a:pt x="69608" y="198803"/>
                  </a:cubicBezTo>
                  <a:lnTo>
                    <a:pt x="69608" y="76743"/>
                  </a:lnTo>
                  <a:lnTo>
                    <a:pt x="113699" y="76743"/>
                  </a:lnTo>
                  <a:lnTo>
                    <a:pt x="113699" y="51220"/>
                  </a:lnTo>
                  <a:lnTo>
                    <a:pt x="69608" y="51220"/>
                  </a:lnTo>
                  <a:lnTo>
                    <a:pt x="69608" y="0"/>
                  </a:lnTo>
                  <a:lnTo>
                    <a:pt x="34023" y="11459"/>
                  </a:lnTo>
                  <a:lnTo>
                    <a:pt x="34023" y="51220"/>
                  </a:lnTo>
                  <a:lnTo>
                    <a:pt x="0" y="49657"/>
                  </a:lnTo>
                  <a:close/>
                </a:path>
              </a:pathLst>
            </a:custGeom>
            <a:solidFill>
              <a:srgbClr val="FFFFFF"/>
            </a:solidFill>
            <a:ln w="173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6" name="Vrije vorm: vorm 15">
              <a:extLst>
                <a:ext uri="{FF2B5EF4-FFF2-40B4-BE49-F238E27FC236}">
                  <a16:creationId xmlns:a16="http://schemas.microsoft.com/office/drawing/2014/main" id="{6779A44D-156E-169E-45E9-81901A8F6C6D}"/>
                </a:ext>
              </a:extLst>
            </p:cNvPr>
            <p:cNvSpPr/>
            <p:nvPr/>
          </p:nvSpPr>
          <p:spPr>
            <a:xfrm>
              <a:off x="1332730" y="6134967"/>
              <a:ext cx="221843" cy="272941"/>
            </a:xfrm>
            <a:custGeom>
              <a:avLst/>
              <a:gdLst>
                <a:gd name="connsiteX0" fmla="*/ 0 w 221843"/>
                <a:gd name="connsiteY0" fmla="*/ 272941 h 272941"/>
                <a:gd name="connsiteX1" fmla="*/ 93910 w 221843"/>
                <a:gd name="connsiteY1" fmla="*/ 272941 h 272941"/>
                <a:gd name="connsiteX2" fmla="*/ 221844 w 221843"/>
                <a:gd name="connsiteY2" fmla="*/ 136471 h 272941"/>
                <a:gd name="connsiteX3" fmla="*/ 93910 w 221843"/>
                <a:gd name="connsiteY3" fmla="*/ 0 h 272941"/>
                <a:gd name="connsiteX4" fmla="*/ 0 w 221843"/>
                <a:gd name="connsiteY4" fmla="*/ 0 h 272941"/>
                <a:gd name="connsiteX5" fmla="*/ 0 w 221843"/>
                <a:gd name="connsiteY5" fmla="*/ 272941 h 272941"/>
                <a:gd name="connsiteX6" fmla="*/ 38363 w 221843"/>
                <a:gd name="connsiteY6" fmla="*/ 32468 h 272941"/>
                <a:gd name="connsiteX7" fmla="*/ 93737 w 221843"/>
                <a:gd name="connsiteY7" fmla="*/ 32468 h 272941"/>
                <a:gd name="connsiteX8" fmla="*/ 183307 w 221843"/>
                <a:gd name="connsiteY8" fmla="*/ 136297 h 272941"/>
                <a:gd name="connsiteX9" fmla="*/ 93737 w 221843"/>
                <a:gd name="connsiteY9" fmla="*/ 240126 h 272941"/>
                <a:gd name="connsiteX10" fmla="*/ 38363 w 221843"/>
                <a:gd name="connsiteY10" fmla="*/ 240126 h 272941"/>
                <a:gd name="connsiteX11" fmla="*/ 38363 w 221843"/>
                <a:gd name="connsiteY11" fmla="*/ 32468 h 2729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21843" h="272941">
                  <a:moveTo>
                    <a:pt x="0" y="272941"/>
                  </a:moveTo>
                  <a:lnTo>
                    <a:pt x="93910" y="272941"/>
                  </a:lnTo>
                  <a:cubicBezTo>
                    <a:pt x="210561" y="272941"/>
                    <a:pt x="221844" y="174842"/>
                    <a:pt x="221844" y="136471"/>
                  </a:cubicBezTo>
                  <a:cubicBezTo>
                    <a:pt x="221844" y="99488"/>
                    <a:pt x="208998" y="0"/>
                    <a:pt x="93910" y="0"/>
                  </a:cubicBezTo>
                  <a:lnTo>
                    <a:pt x="0" y="0"/>
                  </a:lnTo>
                  <a:lnTo>
                    <a:pt x="0" y="272941"/>
                  </a:lnTo>
                  <a:close/>
                  <a:moveTo>
                    <a:pt x="38363" y="32468"/>
                  </a:moveTo>
                  <a:lnTo>
                    <a:pt x="93737" y="32468"/>
                  </a:lnTo>
                  <a:cubicBezTo>
                    <a:pt x="156228" y="32468"/>
                    <a:pt x="183307" y="79347"/>
                    <a:pt x="183307" y="136297"/>
                  </a:cubicBezTo>
                  <a:cubicBezTo>
                    <a:pt x="183307" y="193247"/>
                    <a:pt x="157790" y="240126"/>
                    <a:pt x="93737" y="240126"/>
                  </a:cubicBezTo>
                  <a:lnTo>
                    <a:pt x="38363" y="240126"/>
                  </a:lnTo>
                  <a:cubicBezTo>
                    <a:pt x="38363" y="240126"/>
                    <a:pt x="38363" y="32468"/>
                    <a:pt x="38363" y="32468"/>
                  </a:cubicBezTo>
                  <a:close/>
                </a:path>
              </a:pathLst>
            </a:custGeom>
            <a:solidFill>
              <a:srgbClr val="FFFFFF"/>
            </a:solidFill>
            <a:ln w="173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4" name="Tijdelijke aanduiding voor tekst 3">
            <a:extLst>
              <a:ext uri="{FF2B5EF4-FFF2-40B4-BE49-F238E27FC236}">
                <a16:creationId xmlns:a16="http://schemas.microsoft.com/office/drawing/2014/main" id="{04122BC7-F646-7ABE-AEA6-34174E1E9FB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19138" y="3950387"/>
            <a:ext cx="5865553" cy="1333698"/>
          </a:xfrm>
        </p:spPr>
        <p:txBody>
          <a:bodyPr wrap="square" anchor="b" anchorCtr="0">
            <a:spAutoFit/>
          </a:bodyPr>
          <a:lstStyle>
            <a:lvl1pPr marL="0" indent="0" algn="l">
              <a:lnSpc>
                <a:spcPts val="5200"/>
              </a:lnSpc>
              <a:spcBef>
                <a:spcPts val="0"/>
              </a:spcBef>
              <a:spcAft>
                <a:spcPts val="0"/>
              </a:spcAft>
              <a:buNone/>
              <a:defRPr sz="4800" b="1" i="0">
                <a:solidFill>
                  <a:schemeClr val="bg1"/>
                </a:solidFill>
                <a:latin typeface="+mj-lt"/>
              </a:defRPr>
            </a:lvl1pPr>
            <a:lvl2pPr marL="0" indent="0" algn="r">
              <a:buNone/>
              <a:defRPr sz="4400" b="1" i="0">
                <a:solidFill>
                  <a:schemeClr val="bg1"/>
                </a:solidFill>
                <a:latin typeface="+mj-lt"/>
              </a:defRPr>
            </a:lvl2pPr>
            <a:lvl3pPr marL="0" indent="0" algn="r">
              <a:buFont typeface="Arial" panose="020B0604020202020204" pitchFamily="34" charset="0"/>
              <a:buNone/>
              <a:defRPr sz="4400" b="1" i="0">
                <a:solidFill>
                  <a:schemeClr val="bg1"/>
                </a:solidFill>
                <a:latin typeface="+mj-lt"/>
              </a:defRPr>
            </a:lvl3pPr>
            <a:lvl4pPr marL="0" indent="0" algn="r">
              <a:buFont typeface="Arial" panose="020B0604020202020204" pitchFamily="34" charset="0"/>
              <a:buNone/>
              <a:defRPr sz="4400" b="1" i="0">
                <a:solidFill>
                  <a:schemeClr val="bg1"/>
                </a:solidFill>
                <a:latin typeface="+mj-lt"/>
              </a:defRPr>
            </a:lvl4pPr>
            <a:lvl5pPr marL="0" indent="0" algn="r">
              <a:buFont typeface="Arial" panose="020B0604020202020204" pitchFamily="34" charset="0"/>
              <a:buNone/>
              <a:defRPr sz="4400" b="1" i="0">
                <a:solidFill>
                  <a:schemeClr val="bg1"/>
                </a:solidFill>
                <a:latin typeface="+mj-lt"/>
              </a:defRPr>
            </a:lvl5pPr>
            <a:lvl6pPr marL="0" indent="0" algn="r">
              <a:buFont typeface="Arial" panose="020B0604020202020204" pitchFamily="34" charset="0"/>
              <a:buNone/>
              <a:defRPr sz="4400" b="1" i="0">
                <a:solidFill>
                  <a:schemeClr val="bg1"/>
                </a:solidFill>
                <a:latin typeface="+mj-lt"/>
              </a:defRPr>
            </a:lvl6pPr>
            <a:lvl7pPr marL="0" indent="0" algn="r">
              <a:buFont typeface="Arial" panose="020B0604020202020204" pitchFamily="34" charset="0"/>
              <a:buNone/>
              <a:defRPr sz="4400" b="1" i="0">
                <a:solidFill>
                  <a:schemeClr val="bg1"/>
                </a:solidFill>
                <a:latin typeface="+mj-lt"/>
              </a:defRPr>
            </a:lvl7pPr>
            <a:lvl8pPr marL="0" indent="0" algn="r">
              <a:buFont typeface="Arial" panose="020B0604020202020204" pitchFamily="34" charset="0"/>
              <a:buNone/>
              <a:defRPr sz="4400" b="1" i="0">
                <a:solidFill>
                  <a:schemeClr val="bg1"/>
                </a:solidFill>
                <a:latin typeface="+mj-lt"/>
              </a:defRPr>
            </a:lvl8pPr>
            <a:lvl9pPr marL="0" indent="0" algn="r">
              <a:buFont typeface="Arial" panose="020B0604020202020204" pitchFamily="34" charset="0"/>
              <a:buNone/>
              <a:defRPr sz="4400" b="1" i="0">
                <a:solidFill>
                  <a:schemeClr val="bg1"/>
                </a:solidFill>
                <a:latin typeface="+mj-lt"/>
              </a:defRPr>
            </a:lvl9pPr>
          </a:lstStyle>
          <a:p>
            <a:pPr lvl="0"/>
            <a:r>
              <a:rPr lang="en-GB" noProof="0"/>
              <a:t>Title slide</a:t>
            </a:r>
            <a:br>
              <a:rPr lang="en-GB" noProof="0"/>
            </a:br>
            <a:r>
              <a:rPr lang="en-GB" noProof="0"/>
              <a:t>max. 3 lines</a:t>
            </a:r>
          </a:p>
        </p:txBody>
      </p:sp>
      <p:sp>
        <p:nvSpPr>
          <p:cNvPr id="6" name="Tijdelijke aanduiding voor tekst 5">
            <a:extLst>
              <a:ext uri="{FF2B5EF4-FFF2-40B4-BE49-F238E27FC236}">
                <a16:creationId xmlns:a16="http://schemas.microsoft.com/office/drawing/2014/main" id="{ACC0F79F-5B45-CF11-7FFE-D7A815731C3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19137" y="5404234"/>
            <a:ext cx="5871541" cy="332399"/>
          </a:xfrm>
        </p:spPr>
        <p:txBody>
          <a:bodyPr wrap="square">
            <a:spAutoFit/>
          </a:bodyPr>
          <a:lstStyle>
            <a:lvl1pPr marL="0" indent="0" algn="l">
              <a:buFont typeface="Arial" panose="020B0604020202020204" pitchFamily="34" charset="0"/>
              <a:buNone/>
              <a:defRPr sz="2400" b="0" i="0">
                <a:solidFill>
                  <a:schemeClr val="tx2"/>
                </a:solidFill>
                <a:latin typeface="+mn-lt"/>
              </a:defRPr>
            </a:lvl1pPr>
            <a:lvl2pPr marL="0" indent="0" algn="r">
              <a:buFont typeface="Arial" panose="020B0604020202020204" pitchFamily="34" charset="0"/>
              <a:buNone/>
              <a:defRPr sz="2400" b="0" i="0">
                <a:solidFill>
                  <a:schemeClr val="bg1"/>
                </a:solidFill>
                <a:latin typeface="+mn-lt"/>
              </a:defRPr>
            </a:lvl2pPr>
            <a:lvl3pPr marL="0" indent="0" algn="r">
              <a:buFont typeface="Arial" panose="020B0604020202020204" pitchFamily="34" charset="0"/>
              <a:buNone/>
              <a:defRPr sz="2400" b="0" i="0">
                <a:solidFill>
                  <a:schemeClr val="bg1"/>
                </a:solidFill>
                <a:latin typeface="+mn-lt"/>
              </a:defRPr>
            </a:lvl3pPr>
            <a:lvl4pPr marL="0" indent="0" algn="r">
              <a:buFont typeface="Arial" panose="020B0604020202020204" pitchFamily="34" charset="0"/>
              <a:buNone/>
              <a:defRPr sz="2400" b="0" i="0">
                <a:solidFill>
                  <a:schemeClr val="bg1"/>
                </a:solidFill>
                <a:latin typeface="+mn-lt"/>
              </a:defRPr>
            </a:lvl4pPr>
            <a:lvl5pPr marL="0" indent="0" algn="r">
              <a:buFont typeface="Arial" panose="020B0604020202020204" pitchFamily="34" charset="0"/>
              <a:buNone/>
              <a:defRPr sz="2400" b="0" i="0">
                <a:solidFill>
                  <a:schemeClr val="bg1"/>
                </a:solidFill>
                <a:latin typeface="+mn-lt"/>
              </a:defRPr>
            </a:lvl5pPr>
            <a:lvl6pPr marL="0" indent="0" algn="r">
              <a:buFont typeface="Arial" panose="020B0604020202020204" pitchFamily="34" charset="0"/>
              <a:buNone/>
              <a:defRPr sz="2400" b="0" i="0">
                <a:solidFill>
                  <a:schemeClr val="bg1"/>
                </a:solidFill>
                <a:latin typeface="+mn-lt"/>
              </a:defRPr>
            </a:lvl6pPr>
            <a:lvl7pPr marL="0" indent="0" algn="r">
              <a:buFont typeface="Arial" panose="020B0604020202020204" pitchFamily="34" charset="0"/>
              <a:buNone/>
              <a:defRPr sz="2400" b="0" i="0">
                <a:solidFill>
                  <a:schemeClr val="bg1"/>
                </a:solidFill>
                <a:latin typeface="+mn-lt"/>
              </a:defRPr>
            </a:lvl7pPr>
            <a:lvl8pPr marL="0" indent="0" algn="r">
              <a:buFont typeface="Arial" panose="020B0604020202020204" pitchFamily="34" charset="0"/>
              <a:buNone/>
              <a:defRPr sz="2400" b="0" i="0">
                <a:solidFill>
                  <a:schemeClr val="bg1"/>
                </a:solidFill>
                <a:latin typeface="+mn-lt"/>
              </a:defRPr>
            </a:lvl8pPr>
            <a:lvl9pPr marL="0" indent="0" algn="r">
              <a:buFont typeface="Arial" panose="020B0604020202020204" pitchFamily="34" charset="0"/>
              <a:buNone/>
              <a:defRPr sz="2400" b="0" i="0">
                <a:solidFill>
                  <a:schemeClr val="bg1"/>
                </a:solidFill>
                <a:latin typeface="+mn-lt"/>
              </a:defRPr>
            </a:lvl9pPr>
          </a:lstStyle>
          <a:p>
            <a:pPr lvl="0"/>
            <a:r>
              <a:rPr lang="en-GB" noProof="0"/>
              <a:t>Subtitle | Name speaker</a:t>
            </a:r>
          </a:p>
        </p:txBody>
      </p:sp>
      <p:sp>
        <p:nvSpPr>
          <p:cNvPr id="17" name="Tijdelijke aanduiding voor datum 16">
            <a:extLst>
              <a:ext uri="{FF2B5EF4-FFF2-40B4-BE49-F238E27FC236}">
                <a16:creationId xmlns:a16="http://schemas.microsoft.com/office/drawing/2014/main" id="{599862F7-F626-8DED-B1FF-873CD0CF69ED}"/>
              </a:ext>
            </a:extLst>
          </p:cNvPr>
          <p:cNvSpPr>
            <a:spLocks noGrp="1"/>
          </p:cNvSpPr>
          <p:nvPr>
            <p:ph type="dt" sz="half" idx="12"/>
          </p:nvPr>
        </p:nvSpPr>
        <p:spPr>
          <a:xfrm>
            <a:off x="719137" y="5813671"/>
            <a:ext cx="766235" cy="184666"/>
          </a:xfrm>
        </p:spPr>
        <p:txBody>
          <a:bodyPr/>
          <a:lstStyle>
            <a:lvl1pPr algn="l">
              <a:defRPr sz="1200">
                <a:solidFill>
                  <a:schemeClr val="tx2"/>
                </a:solidFill>
              </a:defRPr>
            </a:lvl1pPr>
          </a:lstStyle>
          <a:p>
            <a:fld id="{190CA508-B273-4D53-A64E-FB05E270E0EA}" type="datetime1">
              <a:rPr lang="nl-NL" smtClean="0"/>
              <a:t>12-6-2026</a:t>
            </a:fld>
            <a:endParaRPr lang="en-GB"/>
          </a:p>
        </p:txBody>
      </p:sp>
      <p:sp>
        <p:nvSpPr>
          <p:cNvPr id="5" name="Tijdelijke aanduiding voor afbeelding 16">
            <a:extLst>
              <a:ext uri="{FF2B5EF4-FFF2-40B4-BE49-F238E27FC236}">
                <a16:creationId xmlns:a16="http://schemas.microsoft.com/office/drawing/2014/main" id="{7797F04D-8400-F770-AED2-A49B8F1C477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pic" sz="quarter" idx="13" hasCustomPrompt="1"/>
          </p:nvPr>
        </p:nvSpPr>
        <p:spPr>
          <a:xfrm>
            <a:off x="7308357" y="0"/>
            <a:ext cx="4883643" cy="6858000"/>
          </a:xfrm>
          <a:pattFill prst="pct60">
            <a:fgClr>
              <a:schemeClr val="bg1">
                <a:lumMod val="95000"/>
              </a:schemeClr>
            </a:fgClr>
            <a:bgClr>
              <a:schemeClr val="bg1">
                <a:lumMod val="85000"/>
              </a:schemeClr>
            </a:bgClr>
          </a:pattFill>
        </p:spPr>
        <p:txBody>
          <a:bodyPr tIns="0" bIns="1260000" anchor="ctr" anchorCtr="0"/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i="1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r>
              <a:rPr lang="en-GB" noProof="0"/>
              <a:t>Select this placeholder, go to the tab ‘</a:t>
            </a:r>
            <a:r>
              <a:rPr lang="en-GB" noProof="0" err="1"/>
              <a:t>Slidebuilder</a:t>
            </a:r>
            <a:r>
              <a:rPr lang="en-GB" noProof="0"/>
              <a:t>’, </a:t>
            </a:r>
            <a:br>
              <a:rPr lang="en-GB" noProof="0"/>
            </a:br>
            <a:r>
              <a:rPr lang="en-GB" noProof="0"/>
              <a:t>click on ‘Images’, select the preferred image </a:t>
            </a:r>
            <a:br>
              <a:rPr lang="en-GB" noProof="0"/>
            </a:br>
            <a:r>
              <a:rPr lang="en-GB" noProof="0"/>
              <a:t>and click on ‘Insert’.</a:t>
            </a:r>
          </a:p>
        </p:txBody>
      </p:sp>
      <p:grpSp>
        <p:nvGrpSpPr>
          <p:cNvPr id="3" name="INSTRUCTION">
            <a:extLst>
              <a:ext uri="{FF2B5EF4-FFF2-40B4-BE49-F238E27FC236}">
                <a16:creationId xmlns:a16="http://schemas.microsoft.com/office/drawing/2014/main" id="{83D36BAF-6A46-FC70-F348-9474E690DA0E}"/>
              </a:ext>
            </a:extLst>
          </p:cNvPr>
          <p:cNvGrpSpPr/>
          <p:nvPr userDrawn="1"/>
        </p:nvGrpSpPr>
        <p:grpSpPr>
          <a:xfrm>
            <a:off x="12377595" y="-1"/>
            <a:ext cx="3693386" cy="6640349"/>
            <a:chOff x="-3786165" y="-1"/>
            <a:chExt cx="3693386" cy="6640349"/>
          </a:xfrm>
        </p:grpSpPr>
        <p:sp>
          <p:nvSpPr>
            <p:cNvPr id="7" name="Rechthoek 6">
              <a:extLst>
                <a:ext uri="{FF2B5EF4-FFF2-40B4-BE49-F238E27FC236}">
                  <a16:creationId xmlns:a16="http://schemas.microsoft.com/office/drawing/2014/main" id="{90DBC8A3-9289-CF0F-D83A-22ACEA901D98}"/>
                </a:ext>
              </a:extLst>
            </p:cNvPr>
            <p:cNvSpPr/>
            <p:nvPr userDrawn="1"/>
          </p:nvSpPr>
          <p:spPr>
            <a:xfrm>
              <a:off x="-3786165" y="-1"/>
              <a:ext cx="3593091" cy="5991727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ECECEC"/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80000" tIns="144000" rIns="180000" bIns="144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l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</a:pPr>
              <a:r>
                <a:rPr lang="en-GB" sz="1400" b="1" cap="all" baseline="0" noProof="0">
                  <a:solidFill>
                    <a:schemeClr val="accent1"/>
                  </a:solidFill>
                  <a:latin typeface="Calibri" panose="020F0502020204030204" pitchFamily="34" charset="0"/>
                  <a:cs typeface="Calibri" panose="020F0502020204030204" pitchFamily="34" charset="0"/>
                </a:rPr>
                <a:t>Insert/edit an image</a:t>
              </a:r>
            </a:p>
          </p:txBody>
        </p:sp>
        <p:sp>
          <p:nvSpPr>
            <p:cNvPr id="18" name="Ovaal 17">
              <a:extLst>
                <a:ext uri="{FF2B5EF4-FFF2-40B4-BE49-F238E27FC236}">
                  <a16:creationId xmlns:a16="http://schemas.microsoft.com/office/drawing/2014/main" id="{4B3C2751-ECA8-33FA-C952-CE2744AF3944}"/>
                </a:ext>
              </a:extLst>
            </p:cNvPr>
            <p:cNvSpPr/>
            <p:nvPr userDrawn="1"/>
          </p:nvSpPr>
          <p:spPr>
            <a:xfrm>
              <a:off x="-3603587" y="465324"/>
              <a:ext cx="180000" cy="180000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wrap="none" lIns="0" tIns="0" rIns="0" bIns="0" rtlCol="0" anchor="ctr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000" b="1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1</a:t>
              </a:r>
            </a:p>
          </p:txBody>
        </p:sp>
        <p:sp>
          <p:nvSpPr>
            <p:cNvPr id="19" name="Rechthoek 18">
              <a:extLst>
                <a:ext uri="{FF2B5EF4-FFF2-40B4-BE49-F238E27FC236}">
                  <a16:creationId xmlns:a16="http://schemas.microsoft.com/office/drawing/2014/main" id="{153EE913-A752-7B9F-74CE-B992B74D85EC}"/>
                </a:ext>
              </a:extLst>
            </p:cNvPr>
            <p:cNvSpPr/>
            <p:nvPr userDrawn="1"/>
          </p:nvSpPr>
          <p:spPr>
            <a:xfrm>
              <a:off x="-3319415" y="465324"/>
              <a:ext cx="2962706" cy="668152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2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If necessary, delete the existing image</a:t>
              </a:r>
              <a:br>
                <a:rPr kumimoji="0" lang="en-GB" sz="12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</a:br>
              <a:r>
                <a:rPr kumimoji="0" lang="en-GB" sz="12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by using the </a:t>
              </a:r>
              <a:r>
                <a:rPr kumimoji="0" lang="en-GB" sz="12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‘Backspace key’</a:t>
              </a:r>
              <a:r>
                <a:rPr kumimoji="0" lang="en-GB" sz="12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. Select the placeholder, go to the tab </a:t>
              </a:r>
              <a:r>
                <a:rPr kumimoji="0" lang="en-GB" sz="12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ea typeface="+mn-ea"/>
                  <a:cs typeface="Calibri" panose="020F0502020204030204" pitchFamily="34" charset="0"/>
                </a:rPr>
                <a:t>‘</a:t>
              </a:r>
              <a:r>
                <a:rPr kumimoji="0" lang="en-GB" sz="1200" b="1" i="0" u="none" strike="noStrike" kern="0" cap="none" spc="0" normalizeH="0" baseline="0" noProof="0" err="1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ea typeface="+mn-ea"/>
                  <a:cs typeface="Calibri" panose="020F0502020204030204" pitchFamily="34" charset="0"/>
                </a:rPr>
                <a:t>Slidebuilder</a:t>
              </a:r>
              <a:r>
                <a:rPr kumimoji="0" lang="en-GB" sz="12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ea typeface="+mn-ea"/>
                  <a:cs typeface="Calibri" panose="020F0502020204030204" pitchFamily="34" charset="0"/>
                </a:rPr>
                <a:t>’</a:t>
              </a:r>
              <a:r>
                <a:rPr kumimoji="0" lang="en-GB" sz="12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 and click on the button </a:t>
              </a:r>
              <a:r>
                <a:rPr kumimoji="0" lang="en-GB" sz="12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ea typeface="+mn-ea"/>
                  <a:cs typeface="Calibri" panose="020F0502020204030204" pitchFamily="34" charset="0"/>
                </a:rPr>
                <a:t>‘Images’</a:t>
              </a:r>
              <a:r>
                <a:rPr kumimoji="0" lang="en-GB" sz="12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ea typeface="+mn-ea"/>
                  <a:cs typeface="Calibri" panose="020F0502020204030204" pitchFamily="34" charset="0"/>
                </a:rPr>
                <a:t>.</a:t>
              </a:r>
              <a:endParaRPr kumimoji="0" lang="en-GB" sz="12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21" name="Ovaal 20">
              <a:extLst>
                <a:ext uri="{FF2B5EF4-FFF2-40B4-BE49-F238E27FC236}">
                  <a16:creationId xmlns:a16="http://schemas.microsoft.com/office/drawing/2014/main" id="{2E075884-D63D-46F1-2CE9-D356783C7476}"/>
                </a:ext>
              </a:extLst>
            </p:cNvPr>
            <p:cNvSpPr/>
            <p:nvPr userDrawn="1"/>
          </p:nvSpPr>
          <p:spPr>
            <a:xfrm>
              <a:off x="-3603587" y="2633935"/>
              <a:ext cx="180000" cy="180000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wrap="none" lIns="0" tIns="0" rIns="0" bIns="0" rtlCol="0" anchor="ctr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000" b="1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3</a:t>
              </a:r>
            </a:p>
          </p:txBody>
        </p:sp>
        <p:sp>
          <p:nvSpPr>
            <p:cNvPr id="22" name="Rechthoek 21">
              <a:extLst>
                <a:ext uri="{FF2B5EF4-FFF2-40B4-BE49-F238E27FC236}">
                  <a16:creationId xmlns:a16="http://schemas.microsoft.com/office/drawing/2014/main" id="{CB282691-AE0D-DE69-2960-8B2159DDCF08}"/>
                </a:ext>
              </a:extLst>
            </p:cNvPr>
            <p:cNvSpPr/>
            <p:nvPr userDrawn="1"/>
          </p:nvSpPr>
          <p:spPr>
            <a:xfrm>
              <a:off x="-3319416" y="2633936"/>
              <a:ext cx="3126341" cy="462795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2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Click with the right mouse button on the thumbnail display of the slide on the left side </a:t>
              </a:r>
              <a:br>
                <a:rPr kumimoji="0" lang="en-GB" sz="12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</a:br>
              <a:r>
                <a:rPr kumimoji="0" lang="en-GB" sz="12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of the screen and choose </a:t>
              </a:r>
              <a:r>
                <a:rPr kumimoji="0" lang="en-GB" sz="12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‘Reset slide’</a:t>
              </a:r>
              <a:r>
                <a:rPr kumimoji="0" lang="en-GB" sz="12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.</a:t>
              </a:r>
            </a:p>
          </p:txBody>
        </p:sp>
        <p:sp>
          <p:nvSpPr>
            <p:cNvPr id="23" name="Ovaal 22">
              <a:extLst>
                <a:ext uri="{FF2B5EF4-FFF2-40B4-BE49-F238E27FC236}">
                  <a16:creationId xmlns:a16="http://schemas.microsoft.com/office/drawing/2014/main" id="{7D772366-0161-D434-5A40-B5AB54A21116}"/>
                </a:ext>
              </a:extLst>
            </p:cNvPr>
            <p:cNvSpPr/>
            <p:nvPr userDrawn="1"/>
          </p:nvSpPr>
          <p:spPr>
            <a:xfrm>
              <a:off x="-3603587" y="4226365"/>
              <a:ext cx="180000" cy="180000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wrap="none" lIns="0" tIns="0" rIns="0" bIns="0" rtlCol="0" anchor="ctr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000" b="1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4</a:t>
              </a:r>
            </a:p>
          </p:txBody>
        </p:sp>
        <p:sp>
          <p:nvSpPr>
            <p:cNvPr id="24" name="Rechthoek 23">
              <a:extLst>
                <a:ext uri="{FF2B5EF4-FFF2-40B4-BE49-F238E27FC236}">
                  <a16:creationId xmlns:a16="http://schemas.microsoft.com/office/drawing/2014/main" id="{405EF644-5856-009F-B6B2-2388E6B26EDE}"/>
                </a:ext>
              </a:extLst>
            </p:cNvPr>
            <p:cNvSpPr/>
            <p:nvPr userDrawn="1"/>
          </p:nvSpPr>
          <p:spPr>
            <a:xfrm>
              <a:off x="-3319416" y="4226366"/>
              <a:ext cx="2944683" cy="820954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2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To scale or drag the image, go to the tab </a:t>
              </a:r>
              <a:r>
                <a:rPr kumimoji="0" lang="en-GB" sz="12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‘Picture Tools - Format’</a:t>
              </a:r>
              <a:r>
                <a:rPr kumimoji="0" lang="en-GB" sz="12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 and click on</a:t>
              </a:r>
              <a:br>
                <a:rPr kumimoji="0" lang="en-GB" sz="12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</a:br>
              <a:r>
                <a:rPr kumimoji="0" lang="en-GB" sz="12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the button </a:t>
              </a:r>
              <a:r>
                <a:rPr kumimoji="0" lang="en-GB" sz="12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‘Crop’</a:t>
              </a:r>
              <a:r>
                <a:rPr kumimoji="0" lang="en-GB" sz="12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. Scale the image itself with</a:t>
              </a:r>
              <a:br>
                <a:rPr kumimoji="0" lang="en-GB" sz="12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</a:br>
              <a:r>
                <a:rPr kumimoji="0" lang="en-GB" sz="12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the spheres and scale the image frame with the brackets.</a:t>
              </a:r>
            </a:p>
          </p:txBody>
        </p:sp>
        <p:sp>
          <p:nvSpPr>
            <p:cNvPr id="25" name="Rechthoek 24">
              <a:extLst>
                <a:ext uri="{FF2B5EF4-FFF2-40B4-BE49-F238E27FC236}">
                  <a16:creationId xmlns:a16="http://schemas.microsoft.com/office/drawing/2014/main" id="{956B1FB0-6592-EF9B-BE28-215FB072E5AF}"/>
                </a:ext>
              </a:extLst>
            </p:cNvPr>
            <p:cNvSpPr/>
            <p:nvPr userDrawn="1"/>
          </p:nvSpPr>
          <p:spPr>
            <a:xfrm>
              <a:off x="-3316836" y="3200265"/>
              <a:ext cx="1239216" cy="719917"/>
            </a:xfrm>
            <a:prstGeom prst="rect">
              <a:avLst/>
            </a:prstGeom>
            <a:pattFill prst="wdUpDiag">
              <a:fgClr>
                <a:srgbClr val="E0E0E0"/>
              </a:fgClr>
              <a:bgClr>
                <a:srgbClr val="ECECEC"/>
              </a:bgClr>
            </a:pattFill>
            <a:ln w="12700">
              <a:solidFill>
                <a:srgbClr val="D3D3D3"/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7200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l"/>
              <a:endParaRPr lang="en-GB" sz="1000" b="0" i="1" noProof="0">
                <a:solidFill>
                  <a:srgbClr val="211F26"/>
                </a:solidFill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grpSp>
          <p:nvGrpSpPr>
            <p:cNvPr id="26" name="Groep 25">
              <a:extLst>
                <a:ext uri="{FF2B5EF4-FFF2-40B4-BE49-F238E27FC236}">
                  <a16:creationId xmlns:a16="http://schemas.microsoft.com/office/drawing/2014/main" id="{50F71E3C-E372-CF85-F539-0EF7E3B9730B}"/>
                </a:ext>
              </a:extLst>
            </p:cNvPr>
            <p:cNvGrpSpPr/>
            <p:nvPr userDrawn="1"/>
          </p:nvGrpSpPr>
          <p:grpSpPr>
            <a:xfrm>
              <a:off x="-2485819" y="3479783"/>
              <a:ext cx="1222990" cy="563933"/>
              <a:chOff x="-2485819" y="3399207"/>
              <a:chExt cx="1222990" cy="563933"/>
            </a:xfrm>
          </p:grpSpPr>
          <p:sp>
            <p:nvSpPr>
              <p:cNvPr id="65" name="Rechthoek 64">
                <a:extLst>
                  <a:ext uri="{FF2B5EF4-FFF2-40B4-BE49-F238E27FC236}">
                    <a16:creationId xmlns:a16="http://schemas.microsoft.com/office/drawing/2014/main" id="{D1D8DD9D-7249-438D-35D0-2B2C4567EF45}"/>
                  </a:ext>
                </a:extLst>
              </p:cNvPr>
              <p:cNvSpPr/>
              <p:nvPr userDrawn="1"/>
            </p:nvSpPr>
            <p:spPr>
              <a:xfrm>
                <a:off x="-2485819" y="3399207"/>
                <a:ext cx="1176476" cy="504851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D1D1D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en-GB" sz="800" b="0" noProof="0">
                  <a:solidFill>
                    <a:srgbClr val="211F26"/>
                  </a:solidFill>
                  <a:latin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  <p:sp>
            <p:nvSpPr>
              <p:cNvPr id="66" name="Rechthoek 65">
                <a:extLst>
                  <a:ext uri="{FF2B5EF4-FFF2-40B4-BE49-F238E27FC236}">
                    <a16:creationId xmlns:a16="http://schemas.microsoft.com/office/drawing/2014/main" id="{B882E159-1ED3-DF4C-C190-0DCB38B3E7E1}"/>
                  </a:ext>
                </a:extLst>
              </p:cNvPr>
              <p:cNvSpPr/>
              <p:nvPr userDrawn="1"/>
            </p:nvSpPr>
            <p:spPr>
              <a:xfrm>
                <a:off x="-2479584" y="3652838"/>
                <a:ext cx="1164007" cy="246701"/>
              </a:xfrm>
              <a:prstGeom prst="rect">
                <a:avLst/>
              </a:prstGeom>
              <a:solidFill>
                <a:srgbClr val="FCE4D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en-GB" sz="1000" b="1" noProof="0">
                  <a:solidFill>
                    <a:srgbClr val="211F26"/>
                  </a:solidFill>
                  <a:latin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  <p:grpSp>
            <p:nvGrpSpPr>
              <p:cNvPr id="67" name="Groep 66">
                <a:extLst>
                  <a:ext uri="{FF2B5EF4-FFF2-40B4-BE49-F238E27FC236}">
                    <a16:creationId xmlns:a16="http://schemas.microsoft.com/office/drawing/2014/main" id="{0196836D-26AB-A279-ACAB-AB403730A39D}"/>
                  </a:ext>
                </a:extLst>
              </p:cNvPr>
              <p:cNvGrpSpPr/>
              <p:nvPr userDrawn="1"/>
            </p:nvGrpSpPr>
            <p:grpSpPr>
              <a:xfrm>
                <a:off x="-2403869" y="3460544"/>
                <a:ext cx="155951" cy="131922"/>
                <a:chOff x="12968836" y="3354170"/>
                <a:chExt cx="404806" cy="342433"/>
              </a:xfrm>
            </p:grpSpPr>
            <p:sp>
              <p:nvSpPr>
                <p:cNvPr id="80" name="Rechthoek: afgeronde hoeken 79">
                  <a:extLst>
                    <a:ext uri="{FF2B5EF4-FFF2-40B4-BE49-F238E27FC236}">
                      <a16:creationId xmlns:a16="http://schemas.microsoft.com/office/drawing/2014/main" id="{7F8EFFB0-0CC4-7DB1-BE0B-6DB955BD6066}"/>
                    </a:ext>
                  </a:extLst>
                </p:cNvPr>
                <p:cNvSpPr/>
                <p:nvPr userDrawn="1"/>
              </p:nvSpPr>
              <p:spPr>
                <a:xfrm>
                  <a:off x="12968836" y="3354170"/>
                  <a:ext cx="404806" cy="342433"/>
                </a:xfrm>
                <a:prstGeom prst="roundRect">
                  <a:avLst>
                    <a:gd name="adj" fmla="val 2911"/>
                  </a:avLst>
                </a:prstGeom>
                <a:solidFill>
                  <a:schemeClr val="bg1"/>
                </a:solidFill>
                <a:ln w="12700">
                  <a:solidFill>
                    <a:srgbClr val="81818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10800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lvl="0">
                    <a:lnSpc>
                      <a:spcPct val="90000"/>
                    </a:lnSpc>
                    <a:spcBef>
                      <a:spcPts val="600"/>
                    </a:spcBef>
                    <a:spcAft>
                      <a:spcPts val="600"/>
                    </a:spcAft>
                  </a:pPr>
                  <a:endParaRPr lang="en-GB" sz="800" b="0" noProof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endParaRPr>
                </a:p>
              </p:txBody>
            </p:sp>
            <p:sp>
              <p:nvSpPr>
                <p:cNvPr id="81" name="Rechthoek 80">
                  <a:extLst>
                    <a:ext uri="{FF2B5EF4-FFF2-40B4-BE49-F238E27FC236}">
                      <a16:creationId xmlns:a16="http://schemas.microsoft.com/office/drawing/2014/main" id="{18F9C8D2-CE79-6EAE-50AF-9849C54D6923}"/>
                    </a:ext>
                  </a:extLst>
                </p:cNvPr>
                <p:cNvSpPr/>
                <p:nvPr userDrawn="1"/>
              </p:nvSpPr>
              <p:spPr>
                <a:xfrm>
                  <a:off x="13025180" y="3401181"/>
                  <a:ext cx="305213" cy="41563"/>
                </a:xfrm>
                <a:prstGeom prst="rect">
                  <a:avLst/>
                </a:prstGeom>
                <a:solidFill>
                  <a:srgbClr val="D1D1D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l"/>
                  <a:endParaRPr lang="en-GB" sz="1000" b="1" noProof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endParaRPr>
                </a:p>
              </p:txBody>
            </p:sp>
            <p:sp>
              <p:nvSpPr>
                <p:cNvPr id="82" name="Rechthoek 81">
                  <a:extLst>
                    <a:ext uri="{FF2B5EF4-FFF2-40B4-BE49-F238E27FC236}">
                      <a16:creationId xmlns:a16="http://schemas.microsoft.com/office/drawing/2014/main" id="{D3E71A50-FF9D-B0D1-159A-433E0E0212C5}"/>
                    </a:ext>
                  </a:extLst>
                </p:cNvPr>
                <p:cNvSpPr/>
                <p:nvPr userDrawn="1"/>
              </p:nvSpPr>
              <p:spPr>
                <a:xfrm>
                  <a:off x="13025181" y="3471575"/>
                  <a:ext cx="118778" cy="181691"/>
                </a:xfrm>
                <a:prstGeom prst="rect">
                  <a:avLst/>
                </a:prstGeom>
                <a:solidFill>
                  <a:srgbClr val="D1D1D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l"/>
                  <a:endParaRPr lang="en-GB" sz="1000" b="1" noProof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endParaRPr>
                </a:p>
              </p:txBody>
            </p:sp>
            <p:sp>
              <p:nvSpPr>
                <p:cNvPr id="83" name="Rechthoek 82">
                  <a:extLst>
                    <a:ext uri="{FF2B5EF4-FFF2-40B4-BE49-F238E27FC236}">
                      <a16:creationId xmlns:a16="http://schemas.microsoft.com/office/drawing/2014/main" id="{92A06DF3-7127-E117-C4FA-058C92952B7C}"/>
                    </a:ext>
                  </a:extLst>
                </p:cNvPr>
                <p:cNvSpPr/>
                <p:nvPr userDrawn="1"/>
              </p:nvSpPr>
              <p:spPr>
                <a:xfrm>
                  <a:off x="13180812" y="3481982"/>
                  <a:ext cx="135278" cy="21328"/>
                </a:xfrm>
                <a:prstGeom prst="rect">
                  <a:avLst/>
                </a:prstGeom>
                <a:solidFill>
                  <a:srgbClr val="B2B2B2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l"/>
                  <a:endParaRPr lang="en-GB" sz="1000" b="1" noProof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endParaRPr>
                </a:p>
              </p:txBody>
            </p:sp>
            <p:sp>
              <p:nvSpPr>
                <p:cNvPr id="84" name="Rechthoek 83">
                  <a:extLst>
                    <a:ext uri="{FF2B5EF4-FFF2-40B4-BE49-F238E27FC236}">
                      <a16:creationId xmlns:a16="http://schemas.microsoft.com/office/drawing/2014/main" id="{CAE7B77C-A11C-A7B6-ED26-0A86A8D03180}"/>
                    </a:ext>
                  </a:extLst>
                </p:cNvPr>
                <p:cNvSpPr/>
                <p:nvPr userDrawn="1"/>
              </p:nvSpPr>
              <p:spPr>
                <a:xfrm>
                  <a:off x="13180812" y="3554800"/>
                  <a:ext cx="69418" cy="21328"/>
                </a:xfrm>
                <a:prstGeom prst="rect">
                  <a:avLst/>
                </a:prstGeom>
                <a:solidFill>
                  <a:srgbClr val="B2B2B2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l"/>
                  <a:endParaRPr lang="en-GB" sz="1000" b="1" noProof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endParaRPr>
                </a:p>
              </p:txBody>
            </p:sp>
            <p:sp>
              <p:nvSpPr>
                <p:cNvPr id="85" name="Rechthoek 84">
                  <a:extLst>
                    <a:ext uri="{FF2B5EF4-FFF2-40B4-BE49-F238E27FC236}">
                      <a16:creationId xmlns:a16="http://schemas.microsoft.com/office/drawing/2014/main" id="{95FC68D1-45F6-ED57-6C16-27D094F4F435}"/>
                    </a:ext>
                  </a:extLst>
                </p:cNvPr>
                <p:cNvSpPr/>
                <p:nvPr userDrawn="1"/>
              </p:nvSpPr>
              <p:spPr>
                <a:xfrm>
                  <a:off x="13180812" y="3627618"/>
                  <a:ext cx="69418" cy="21328"/>
                </a:xfrm>
                <a:prstGeom prst="rect">
                  <a:avLst/>
                </a:prstGeom>
                <a:solidFill>
                  <a:srgbClr val="B2B2B2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l"/>
                  <a:endParaRPr lang="en-GB" sz="1000" b="1" noProof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endParaRPr>
                </a:p>
              </p:txBody>
            </p:sp>
          </p:grpSp>
          <p:grpSp>
            <p:nvGrpSpPr>
              <p:cNvPr id="68" name="Groep 67">
                <a:extLst>
                  <a:ext uri="{FF2B5EF4-FFF2-40B4-BE49-F238E27FC236}">
                    <a16:creationId xmlns:a16="http://schemas.microsoft.com/office/drawing/2014/main" id="{501764F9-4AFD-49E8-A051-14921FBEB23C}"/>
                  </a:ext>
                </a:extLst>
              </p:cNvPr>
              <p:cNvGrpSpPr/>
              <p:nvPr userDrawn="1"/>
            </p:nvGrpSpPr>
            <p:grpSpPr>
              <a:xfrm>
                <a:off x="-2423424" y="3690208"/>
                <a:ext cx="166739" cy="218963"/>
                <a:chOff x="12940828" y="3950597"/>
                <a:chExt cx="432813" cy="568367"/>
              </a:xfrm>
            </p:grpSpPr>
            <p:grpSp>
              <p:nvGrpSpPr>
                <p:cNvPr id="72" name="Groep 71">
                  <a:extLst>
                    <a:ext uri="{FF2B5EF4-FFF2-40B4-BE49-F238E27FC236}">
                      <a16:creationId xmlns:a16="http://schemas.microsoft.com/office/drawing/2014/main" id="{8550AB30-CCC2-55D0-DBC6-968B8DC17794}"/>
                    </a:ext>
                  </a:extLst>
                </p:cNvPr>
                <p:cNvGrpSpPr/>
                <p:nvPr userDrawn="1"/>
              </p:nvGrpSpPr>
              <p:grpSpPr>
                <a:xfrm>
                  <a:off x="13000382" y="4006891"/>
                  <a:ext cx="373259" cy="315747"/>
                  <a:chOff x="12968836" y="3354170"/>
                  <a:chExt cx="404806" cy="342433"/>
                </a:xfrm>
              </p:grpSpPr>
              <p:sp>
                <p:nvSpPr>
                  <p:cNvPr id="74" name="Rechthoek: afgeronde hoeken 73">
                    <a:extLst>
                      <a:ext uri="{FF2B5EF4-FFF2-40B4-BE49-F238E27FC236}">
                        <a16:creationId xmlns:a16="http://schemas.microsoft.com/office/drawing/2014/main" id="{9AD397C1-9A0D-4045-5CFE-4CB7616B8F7D}"/>
                      </a:ext>
                    </a:extLst>
                  </p:cNvPr>
                  <p:cNvSpPr/>
                  <p:nvPr userDrawn="1"/>
                </p:nvSpPr>
                <p:spPr>
                  <a:xfrm>
                    <a:off x="12968836" y="3354170"/>
                    <a:ext cx="404806" cy="342433"/>
                  </a:xfrm>
                  <a:prstGeom prst="roundRect">
                    <a:avLst>
                      <a:gd name="adj" fmla="val 2911"/>
                    </a:avLst>
                  </a:prstGeom>
                  <a:solidFill>
                    <a:schemeClr val="bg1"/>
                  </a:solidFill>
                  <a:ln w="12700">
                    <a:solidFill>
                      <a:srgbClr val="81818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108000" tIns="0" rIns="0" bIns="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lvl="0">
                      <a:lnSpc>
                        <a:spcPct val="90000"/>
                      </a:lnSpc>
                      <a:spcBef>
                        <a:spcPts val="600"/>
                      </a:spcBef>
                      <a:spcAft>
                        <a:spcPts val="600"/>
                      </a:spcAft>
                    </a:pPr>
                    <a:endParaRPr lang="en-GB" sz="800" b="0" noProof="0">
                      <a:solidFill>
                        <a:srgbClr val="211F26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endParaRPr>
                  </a:p>
                </p:txBody>
              </p:sp>
              <p:sp>
                <p:nvSpPr>
                  <p:cNvPr id="75" name="Rechthoek 74">
                    <a:extLst>
                      <a:ext uri="{FF2B5EF4-FFF2-40B4-BE49-F238E27FC236}">
                        <a16:creationId xmlns:a16="http://schemas.microsoft.com/office/drawing/2014/main" id="{D6FB3632-AE4D-BD05-04B5-283C1C0A72FE}"/>
                      </a:ext>
                    </a:extLst>
                  </p:cNvPr>
                  <p:cNvSpPr/>
                  <p:nvPr userDrawn="1"/>
                </p:nvSpPr>
                <p:spPr>
                  <a:xfrm>
                    <a:off x="13025180" y="3401181"/>
                    <a:ext cx="305213" cy="41563"/>
                  </a:xfrm>
                  <a:prstGeom prst="rect">
                    <a:avLst/>
                  </a:prstGeom>
                  <a:solidFill>
                    <a:srgbClr val="D1D1D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="horz" wrap="square" lIns="0" tIns="0" rIns="0" bIns="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l"/>
                    <a:endParaRPr lang="en-GB" sz="1000" b="1" noProof="0">
                      <a:solidFill>
                        <a:srgbClr val="211F26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endParaRPr>
                  </a:p>
                </p:txBody>
              </p:sp>
              <p:sp>
                <p:nvSpPr>
                  <p:cNvPr id="76" name="Rechthoek 75">
                    <a:extLst>
                      <a:ext uri="{FF2B5EF4-FFF2-40B4-BE49-F238E27FC236}">
                        <a16:creationId xmlns:a16="http://schemas.microsoft.com/office/drawing/2014/main" id="{3825DE90-E1E8-E8E9-7FFA-20EF5879843C}"/>
                      </a:ext>
                    </a:extLst>
                  </p:cNvPr>
                  <p:cNvSpPr/>
                  <p:nvPr userDrawn="1"/>
                </p:nvSpPr>
                <p:spPr>
                  <a:xfrm>
                    <a:off x="13025181" y="3471575"/>
                    <a:ext cx="118778" cy="181691"/>
                  </a:xfrm>
                  <a:prstGeom prst="rect">
                    <a:avLst/>
                  </a:prstGeom>
                  <a:solidFill>
                    <a:srgbClr val="D1D1D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="horz" wrap="square" lIns="0" tIns="0" rIns="0" bIns="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l"/>
                    <a:endParaRPr lang="en-GB" sz="1000" b="1" noProof="0">
                      <a:solidFill>
                        <a:srgbClr val="211F26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endParaRPr>
                  </a:p>
                </p:txBody>
              </p:sp>
              <p:sp>
                <p:nvSpPr>
                  <p:cNvPr id="77" name="Rechthoek 76">
                    <a:extLst>
                      <a:ext uri="{FF2B5EF4-FFF2-40B4-BE49-F238E27FC236}">
                        <a16:creationId xmlns:a16="http://schemas.microsoft.com/office/drawing/2014/main" id="{B0A9C8C9-1044-AAA0-FA7C-0EEDC36BDB05}"/>
                      </a:ext>
                    </a:extLst>
                  </p:cNvPr>
                  <p:cNvSpPr/>
                  <p:nvPr userDrawn="1"/>
                </p:nvSpPr>
                <p:spPr>
                  <a:xfrm>
                    <a:off x="13180812" y="3481982"/>
                    <a:ext cx="135278" cy="21328"/>
                  </a:xfrm>
                  <a:prstGeom prst="rect">
                    <a:avLst/>
                  </a:prstGeom>
                  <a:solidFill>
                    <a:srgbClr val="B2B2B2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="horz" wrap="square" lIns="0" tIns="0" rIns="0" bIns="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l"/>
                    <a:endParaRPr lang="en-GB" sz="1000" b="1" noProof="0">
                      <a:solidFill>
                        <a:srgbClr val="211F26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endParaRPr>
                  </a:p>
                </p:txBody>
              </p:sp>
              <p:sp>
                <p:nvSpPr>
                  <p:cNvPr id="78" name="Rechthoek 77">
                    <a:extLst>
                      <a:ext uri="{FF2B5EF4-FFF2-40B4-BE49-F238E27FC236}">
                        <a16:creationId xmlns:a16="http://schemas.microsoft.com/office/drawing/2014/main" id="{5F22B0D9-CD89-E8BF-06C7-727E559C996F}"/>
                      </a:ext>
                    </a:extLst>
                  </p:cNvPr>
                  <p:cNvSpPr/>
                  <p:nvPr userDrawn="1"/>
                </p:nvSpPr>
                <p:spPr>
                  <a:xfrm>
                    <a:off x="13180812" y="3554800"/>
                    <a:ext cx="69418" cy="21328"/>
                  </a:xfrm>
                  <a:prstGeom prst="rect">
                    <a:avLst/>
                  </a:prstGeom>
                  <a:solidFill>
                    <a:srgbClr val="B2B2B2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="horz" wrap="square" lIns="0" tIns="0" rIns="0" bIns="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l"/>
                    <a:endParaRPr lang="en-GB" sz="1000" b="1" noProof="0">
                      <a:solidFill>
                        <a:srgbClr val="211F26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endParaRPr>
                  </a:p>
                </p:txBody>
              </p:sp>
              <p:sp>
                <p:nvSpPr>
                  <p:cNvPr id="79" name="Rechthoek 78">
                    <a:extLst>
                      <a:ext uri="{FF2B5EF4-FFF2-40B4-BE49-F238E27FC236}">
                        <a16:creationId xmlns:a16="http://schemas.microsoft.com/office/drawing/2014/main" id="{50E97EF3-D92F-40DC-6800-1E4D6FBE86CF}"/>
                      </a:ext>
                    </a:extLst>
                  </p:cNvPr>
                  <p:cNvSpPr/>
                  <p:nvPr userDrawn="1"/>
                </p:nvSpPr>
                <p:spPr>
                  <a:xfrm>
                    <a:off x="13180812" y="3627618"/>
                    <a:ext cx="69418" cy="21328"/>
                  </a:xfrm>
                  <a:prstGeom prst="rect">
                    <a:avLst/>
                  </a:prstGeom>
                  <a:solidFill>
                    <a:srgbClr val="B2B2B2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="horz" wrap="square" lIns="0" tIns="0" rIns="0" bIns="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l"/>
                    <a:endParaRPr lang="en-GB" sz="1000" b="1" noProof="0">
                      <a:solidFill>
                        <a:srgbClr val="211F26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endParaRPr>
                  </a:p>
                </p:txBody>
              </p:sp>
            </p:grpSp>
            <p:sp>
              <p:nvSpPr>
                <p:cNvPr id="73" name="Boog 72">
                  <a:extLst>
                    <a:ext uri="{FF2B5EF4-FFF2-40B4-BE49-F238E27FC236}">
                      <a16:creationId xmlns:a16="http://schemas.microsoft.com/office/drawing/2014/main" id="{49E1B6D8-6B64-EED4-4C17-8D0A21880291}"/>
                    </a:ext>
                  </a:extLst>
                </p:cNvPr>
                <p:cNvSpPr/>
                <p:nvPr userDrawn="1"/>
              </p:nvSpPr>
              <p:spPr>
                <a:xfrm rot="17637075">
                  <a:off x="12776155" y="4115270"/>
                  <a:ext cx="568367" cy="239021"/>
                </a:xfrm>
                <a:prstGeom prst="arc">
                  <a:avLst>
                    <a:gd name="adj1" fmla="val 15959368"/>
                    <a:gd name="adj2" fmla="val 1354623"/>
                  </a:avLst>
                </a:prstGeom>
                <a:noFill/>
                <a:ln w="19050" cap="flat" cmpd="sng" algn="ctr">
                  <a:solidFill>
                    <a:srgbClr val="4D82B8"/>
                  </a:solidFill>
                  <a:prstDash val="solid"/>
                  <a:headEnd type="arrow" w="med" len="sm"/>
                </a:ln>
                <a:effectLst/>
              </p:spPr>
              <p:txBody>
                <a:bodyPr rtlCol="0" anchor="ctr">
                  <a:noAutofit/>
                </a:bodyPr>
                <a:lstStyle/>
                <a:p>
                  <a:pPr algn="ctr"/>
                  <a:endParaRPr lang="en-GB" sz="2400" noProof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endParaRPr>
                </a:p>
              </p:txBody>
            </p:sp>
          </p:grpSp>
          <p:sp>
            <p:nvSpPr>
              <p:cNvPr id="69" name="Tekstvak 68">
                <a:extLst>
                  <a:ext uri="{FF2B5EF4-FFF2-40B4-BE49-F238E27FC236}">
                    <a16:creationId xmlns:a16="http://schemas.microsoft.com/office/drawing/2014/main" id="{2F5337C6-56DA-3C8C-0AD5-CC6BCBCA004C}"/>
                  </a:ext>
                </a:extLst>
              </p:cNvPr>
              <p:cNvSpPr txBox="1"/>
              <p:nvPr userDrawn="1"/>
            </p:nvSpPr>
            <p:spPr>
              <a:xfrm>
                <a:off x="-2245455" y="3460544"/>
                <a:ext cx="896116" cy="134709"/>
              </a:xfrm>
              <a:prstGeom prst="rect">
                <a:avLst/>
              </a:prstGeom>
              <a:noFill/>
            </p:spPr>
            <p:txBody>
              <a:bodyPr wrap="square" rtlCol="0" anchor="ctr">
                <a:no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en-GB" sz="900" b="0" kern="1200" noProof="0">
                    <a:solidFill>
                      <a:srgbClr val="211F26"/>
                    </a:solidFill>
                    <a:latin typeface="Calibri" panose="020F0502020204030204" pitchFamily="34" charset="0"/>
                    <a:ea typeface="+mn-ea"/>
                    <a:cs typeface="Calibri" panose="020F0502020204030204" pitchFamily="34" charset="0"/>
                  </a:rPr>
                  <a:t>Layout</a:t>
                </a:r>
              </a:p>
            </p:txBody>
          </p:sp>
          <p:sp>
            <p:nvSpPr>
              <p:cNvPr id="70" name="Tekstvak 69">
                <a:extLst>
                  <a:ext uri="{FF2B5EF4-FFF2-40B4-BE49-F238E27FC236}">
                    <a16:creationId xmlns:a16="http://schemas.microsoft.com/office/drawing/2014/main" id="{3E753270-D0FD-33A8-CD11-C4E6B9F3A942}"/>
                  </a:ext>
                </a:extLst>
              </p:cNvPr>
              <p:cNvSpPr txBox="1"/>
              <p:nvPr userDrawn="1"/>
            </p:nvSpPr>
            <p:spPr>
              <a:xfrm>
                <a:off x="-2258884" y="3712980"/>
                <a:ext cx="909545" cy="126416"/>
              </a:xfrm>
              <a:prstGeom prst="rect">
                <a:avLst/>
              </a:prstGeom>
              <a:noFill/>
            </p:spPr>
            <p:txBody>
              <a:bodyPr wrap="square" rtlCol="0" anchor="ctr">
                <a:no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en-GB" sz="900" b="0" kern="1200" noProof="0">
                    <a:solidFill>
                      <a:srgbClr val="211F26"/>
                    </a:solidFill>
                    <a:latin typeface="Calibri" panose="020F0502020204030204" pitchFamily="34" charset="0"/>
                    <a:ea typeface="+mn-ea"/>
                    <a:cs typeface="Calibri" panose="020F0502020204030204" pitchFamily="34" charset="0"/>
                  </a:rPr>
                  <a:t>Reset slide</a:t>
                </a:r>
              </a:p>
            </p:txBody>
          </p:sp>
          <p:sp>
            <p:nvSpPr>
              <p:cNvPr id="71" name="Vrije vorm: vorm 70">
                <a:extLst>
                  <a:ext uri="{FF2B5EF4-FFF2-40B4-BE49-F238E27FC236}">
                    <a16:creationId xmlns:a16="http://schemas.microsoft.com/office/drawing/2014/main" id="{38CAF6E8-E8ED-D666-5B19-37C9B432DF67}"/>
                  </a:ext>
                </a:extLst>
              </p:cNvPr>
              <p:cNvSpPr/>
              <p:nvPr userDrawn="1"/>
            </p:nvSpPr>
            <p:spPr>
              <a:xfrm>
                <a:off x="-1360391" y="3783140"/>
                <a:ext cx="97562" cy="180000"/>
              </a:xfrm>
              <a:custGeom>
                <a:avLst/>
                <a:gdLst>
                  <a:gd name="connsiteX0" fmla="*/ 0 w 880280"/>
                  <a:gd name="connsiteY0" fmla="*/ 0 h 1624084"/>
                  <a:gd name="connsiteX1" fmla="*/ 0 w 880280"/>
                  <a:gd name="connsiteY1" fmla="*/ 1262418 h 1624084"/>
                  <a:gd name="connsiteX2" fmla="*/ 341194 w 880280"/>
                  <a:gd name="connsiteY2" fmla="*/ 968991 h 1624084"/>
                  <a:gd name="connsiteX3" fmla="*/ 620973 w 880280"/>
                  <a:gd name="connsiteY3" fmla="*/ 1624084 h 1624084"/>
                  <a:gd name="connsiteX4" fmla="*/ 839337 w 880280"/>
                  <a:gd name="connsiteY4" fmla="*/ 1480782 h 1624084"/>
                  <a:gd name="connsiteX5" fmla="*/ 525438 w 880280"/>
                  <a:gd name="connsiteY5" fmla="*/ 928048 h 1624084"/>
                  <a:gd name="connsiteX6" fmla="*/ 511791 w 880280"/>
                  <a:gd name="connsiteY6" fmla="*/ 900753 h 1624084"/>
                  <a:gd name="connsiteX7" fmla="*/ 880280 w 880280"/>
                  <a:gd name="connsiteY7" fmla="*/ 893929 h 1624084"/>
                  <a:gd name="connsiteX8" fmla="*/ 0 w 880280"/>
                  <a:gd name="connsiteY8" fmla="*/ 0 h 1624084"/>
                  <a:gd name="connsiteX0" fmla="*/ 0 w 880280"/>
                  <a:gd name="connsiteY0" fmla="*/ 0 h 1624084"/>
                  <a:gd name="connsiteX1" fmla="*/ 0 w 880280"/>
                  <a:gd name="connsiteY1" fmla="*/ 1262418 h 1624084"/>
                  <a:gd name="connsiteX2" fmla="*/ 327546 w 880280"/>
                  <a:gd name="connsiteY2" fmla="*/ 975815 h 1624084"/>
                  <a:gd name="connsiteX3" fmla="*/ 620973 w 880280"/>
                  <a:gd name="connsiteY3" fmla="*/ 1624084 h 1624084"/>
                  <a:gd name="connsiteX4" fmla="*/ 839337 w 880280"/>
                  <a:gd name="connsiteY4" fmla="*/ 1480782 h 1624084"/>
                  <a:gd name="connsiteX5" fmla="*/ 525438 w 880280"/>
                  <a:gd name="connsiteY5" fmla="*/ 928048 h 1624084"/>
                  <a:gd name="connsiteX6" fmla="*/ 511791 w 880280"/>
                  <a:gd name="connsiteY6" fmla="*/ 900753 h 1624084"/>
                  <a:gd name="connsiteX7" fmla="*/ 880280 w 880280"/>
                  <a:gd name="connsiteY7" fmla="*/ 893929 h 1624084"/>
                  <a:gd name="connsiteX8" fmla="*/ 0 w 880280"/>
                  <a:gd name="connsiteY8" fmla="*/ 0 h 1624084"/>
                  <a:gd name="connsiteX0" fmla="*/ 0 w 880280"/>
                  <a:gd name="connsiteY0" fmla="*/ 0 h 1624084"/>
                  <a:gd name="connsiteX1" fmla="*/ 0 w 880280"/>
                  <a:gd name="connsiteY1" fmla="*/ 1262418 h 1624084"/>
                  <a:gd name="connsiteX2" fmla="*/ 300250 w 880280"/>
                  <a:gd name="connsiteY2" fmla="*/ 1003111 h 1624084"/>
                  <a:gd name="connsiteX3" fmla="*/ 620973 w 880280"/>
                  <a:gd name="connsiteY3" fmla="*/ 1624084 h 1624084"/>
                  <a:gd name="connsiteX4" fmla="*/ 839337 w 880280"/>
                  <a:gd name="connsiteY4" fmla="*/ 1480782 h 1624084"/>
                  <a:gd name="connsiteX5" fmla="*/ 525438 w 880280"/>
                  <a:gd name="connsiteY5" fmla="*/ 928048 h 1624084"/>
                  <a:gd name="connsiteX6" fmla="*/ 511791 w 880280"/>
                  <a:gd name="connsiteY6" fmla="*/ 900753 h 1624084"/>
                  <a:gd name="connsiteX7" fmla="*/ 880280 w 880280"/>
                  <a:gd name="connsiteY7" fmla="*/ 893929 h 1624084"/>
                  <a:gd name="connsiteX8" fmla="*/ 0 w 880280"/>
                  <a:gd name="connsiteY8" fmla="*/ 0 h 1624084"/>
                  <a:gd name="connsiteX0" fmla="*/ 0 w 880280"/>
                  <a:gd name="connsiteY0" fmla="*/ 0 h 1624084"/>
                  <a:gd name="connsiteX1" fmla="*/ 0 w 880280"/>
                  <a:gd name="connsiteY1" fmla="*/ 1262418 h 1624084"/>
                  <a:gd name="connsiteX2" fmla="*/ 313898 w 880280"/>
                  <a:gd name="connsiteY2" fmla="*/ 996287 h 1624084"/>
                  <a:gd name="connsiteX3" fmla="*/ 620973 w 880280"/>
                  <a:gd name="connsiteY3" fmla="*/ 1624084 h 1624084"/>
                  <a:gd name="connsiteX4" fmla="*/ 839337 w 880280"/>
                  <a:gd name="connsiteY4" fmla="*/ 1480782 h 1624084"/>
                  <a:gd name="connsiteX5" fmla="*/ 525438 w 880280"/>
                  <a:gd name="connsiteY5" fmla="*/ 928048 h 1624084"/>
                  <a:gd name="connsiteX6" fmla="*/ 511791 w 880280"/>
                  <a:gd name="connsiteY6" fmla="*/ 900753 h 1624084"/>
                  <a:gd name="connsiteX7" fmla="*/ 880280 w 880280"/>
                  <a:gd name="connsiteY7" fmla="*/ 893929 h 1624084"/>
                  <a:gd name="connsiteX8" fmla="*/ 0 w 880280"/>
                  <a:gd name="connsiteY8" fmla="*/ 0 h 1624084"/>
                  <a:gd name="connsiteX0" fmla="*/ 0 w 880280"/>
                  <a:gd name="connsiteY0" fmla="*/ 0 h 1624084"/>
                  <a:gd name="connsiteX1" fmla="*/ 0 w 880280"/>
                  <a:gd name="connsiteY1" fmla="*/ 1262418 h 1624084"/>
                  <a:gd name="connsiteX2" fmla="*/ 313898 w 880280"/>
                  <a:gd name="connsiteY2" fmla="*/ 996287 h 1624084"/>
                  <a:gd name="connsiteX3" fmla="*/ 620973 w 880280"/>
                  <a:gd name="connsiteY3" fmla="*/ 1624084 h 1624084"/>
                  <a:gd name="connsiteX4" fmla="*/ 839337 w 880280"/>
                  <a:gd name="connsiteY4" fmla="*/ 1480782 h 1624084"/>
                  <a:gd name="connsiteX5" fmla="*/ 511791 w 880280"/>
                  <a:gd name="connsiteY5" fmla="*/ 900753 h 1624084"/>
                  <a:gd name="connsiteX6" fmla="*/ 880280 w 880280"/>
                  <a:gd name="connsiteY6" fmla="*/ 893929 h 1624084"/>
                  <a:gd name="connsiteX7" fmla="*/ 0 w 880280"/>
                  <a:gd name="connsiteY7" fmla="*/ 0 h 1624084"/>
                  <a:gd name="connsiteX0" fmla="*/ 0 w 880280"/>
                  <a:gd name="connsiteY0" fmla="*/ 0 h 1624084"/>
                  <a:gd name="connsiteX1" fmla="*/ 0 w 880280"/>
                  <a:gd name="connsiteY1" fmla="*/ 1262418 h 1624084"/>
                  <a:gd name="connsiteX2" fmla="*/ 313898 w 880280"/>
                  <a:gd name="connsiteY2" fmla="*/ 996287 h 1624084"/>
                  <a:gd name="connsiteX3" fmla="*/ 620973 w 880280"/>
                  <a:gd name="connsiteY3" fmla="*/ 1624084 h 1624084"/>
                  <a:gd name="connsiteX4" fmla="*/ 839337 w 880280"/>
                  <a:gd name="connsiteY4" fmla="*/ 1480782 h 1624084"/>
                  <a:gd name="connsiteX5" fmla="*/ 498144 w 880280"/>
                  <a:gd name="connsiteY5" fmla="*/ 900753 h 1624084"/>
                  <a:gd name="connsiteX6" fmla="*/ 880280 w 880280"/>
                  <a:gd name="connsiteY6" fmla="*/ 893929 h 1624084"/>
                  <a:gd name="connsiteX7" fmla="*/ 0 w 880280"/>
                  <a:gd name="connsiteY7" fmla="*/ 0 h 162408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880280" h="1624084">
                    <a:moveTo>
                      <a:pt x="0" y="0"/>
                    </a:moveTo>
                    <a:lnTo>
                      <a:pt x="0" y="1262418"/>
                    </a:lnTo>
                    <a:lnTo>
                      <a:pt x="313898" y="996287"/>
                    </a:lnTo>
                    <a:lnTo>
                      <a:pt x="620973" y="1624084"/>
                    </a:lnTo>
                    <a:lnTo>
                      <a:pt x="839337" y="1480782"/>
                    </a:lnTo>
                    <a:lnTo>
                      <a:pt x="498144" y="900753"/>
                    </a:lnTo>
                    <a:lnTo>
                      <a:pt x="880280" y="893929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bg1"/>
              </a:solidFill>
              <a:ln>
                <a:solidFill>
                  <a:srgbClr val="0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80000" tIns="180000" rIns="180000" bIns="180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en-GB" sz="1600" cap="all" baseline="0" noProof="0">
                  <a:latin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p:grpSp>
        <p:grpSp>
          <p:nvGrpSpPr>
            <p:cNvPr id="27" name="Groep 26">
              <a:extLst>
                <a:ext uri="{FF2B5EF4-FFF2-40B4-BE49-F238E27FC236}">
                  <a16:creationId xmlns:a16="http://schemas.microsoft.com/office/drawing/2014/main" id="{4DDCD2BF-56A1-C7A7-1E59-921EF643774B}"/>
                </a:ext>
              </a:extLst>
            </p:cNvPr>
            <p:cNvGrpSpPr/>
            <p:nvPr userDrawn="1"/>
          </p:nvGrpSpPr>
          <p:grpSpPr>
            <a:xfrm>
              <a:off x="-3786165" y="5680652"/>
              <a:ext cx="3693386" cy="959696"/>
              <a:chOff x="-3786437" y="6163468"/>
              <a:chExt cx="3693386" cy="959696"/>
            </a:xfrm>
          </p:grpSpPr>
          <p:sp>
            <p:nvSpPr>
              <p:cNvPr id="55" name="Rechthoek 54">
                <a:extLst>
                  <a:ext uri="{FF2B5EF4-FFF2-40B4-BE49-F238E27FC236}">
                    <a16:creationId xmlns:a16="http://schemas.microsoft.com/office/drawing/2014/main" id="{2F30809B-DBBE-F925-DC39-FF534F148193}"/>
                  </a:ext>
                </a:extLst>
              </p:cNvPr>
              <p:cNvSpPr/>
              <p:nvPr userDrawn="1"/>
            </p:nvSpPr>
            <p:spPr>
              <a:xfrm>
                <a:off x="-3786437" y="6295164"/>
                <a:ext cx="3593637" cy="828000"/>
              </a:xfrm>
              <a:prstGeom prst="rect">
                <a:avLst/>
              </a:prstGeom>
              <a:solidFill>
                <a:srgbClr val="ECECEC"/>
              </a:solidFill>
              <a:ln w="6350">
                <a:solidFill>
                  <a:srgbClr val="ECECEC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80000" tIns="144000" rIns="180000" bIns="144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en-GB" sz="1200" b="1" cap="all" baseline="0" noProof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Want to know more?</a:t>
                </a:r>
                <a:br>
                  <a:rPr lang="en-GB" sz="1200" b="1" cap="all" baseline="0" noProof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</a:br>
                <a:r>
                  <a:rPr lang="en-GB" sz="1200" cap="none" baseline="0" noProof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Go to the </a:t>
                </a:r>
                <a:r>
                  <a:rPr lang="en-GB" sz="1200" kern="1200" cap="none" baseline="0" noProof="0">
                    <a:solidFill>
                      <a:srgbClr val="211F26"/>
                    </a:solidFill>
                    <a:latin typeface="Calibri" panose="020F0502020204030204" pitchFamily="34" charset="0"/>
                    <a:ea typeface="+mn-ea"/>
                    <a:cs typeface="Calibri" panose="020F0502020204030204" pitchFamily="34" charset="0"/>
                  </a:rPr>
                  <a:t>tab</a:t>
                </a:r>
                <a:r>
                  <a:rPr lang="en-GB" sz="1200" b="1" cap="all" baseline="0" noProof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 'SLIDEBUILDER’ </a:t>
                </a:r>
                <a:r>
                  <a:rPr lang="en-GB" sz="1200" kern="1200" cap="none" baseline="0" noProof="0">
                    <a:solidFill>
                      <a:srgbClr val="211F26"/>
                    </a:solidFill>
                    <a:latin typeface="Calibri" panose="020F0502020204030204" pitchFamily="34" charset="0"/>
                    <a:ea typeface="+mn-ea"/>
                    <a:cs typeface="Calibri" panose="020F0502020204030204" pitchFamily="34" charset="0"/>
                  </a:rPr>
                  <a:t>and click</a:t>
                </a:r>
                <a:br>
                  <a:rPr lang="en-GB" sz="1200" kern="1200" cap="none" baseline="0" noProof="0">
                    <a:solidFill>
                      <a:srgbClr val="211F26"/>
                    </a:solidFill>
                    <a:latin typeface="Calibri" panose="020F0502020204030204" pitchFamily="34" charset="0"/>
                    <a:ea typeface="+mn-ea"/>
                    <a:cs typeface="Calibri" panose="020F0502020204030204" pitchFamily="34" charset="0"/>
                  </a:rPr>
                </a:br>
                <a:r>
                  <a:rPr lang="en-GB" sz="1200" kern="1200" cap="none" baseline="0" noProof="0">
                    <a:solidFill>
                      <a:srgbClr val="211F26"/>
                    </a:solidFill>
                    <a:latin typeface="Calibri" panose="020F0502020204030204" pitchFamily="34" charset="0"/>
                    <a:ea typeface="+mn-ea"/>
                    <a:cs typeface="Calibri" panose="020F0502020204030204" pitchFamily="34" charset="0"/>
                  </a:rPr>
                  <a:t>on the button </a:t>
                </a:r>
                <a:r>
                  <a:rPr lang="en-GB" sz="1200" b="1" cap="all" baseline="0" noProof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‘Inspiration'</a:t>
                </a:r>
              </a:p>
            </p:txBody>
          </p:sp>
          <p:grpSp>
            <p:nvGrpSpPr>
              <p:cNvPr id="56" name="ICOON_info">
                <a:extLst>
                  <a:ext uri="{FF2B5EF4-FFF2-40B4-BE49-F238E27FC236}">
                    <a16:creationId xmlns:a16="http://schemas.microsoft.com/office/drawing/2014/main" id="{A1CC24CF-86A8-0341-843B-C83E7B3CA33E}"/>
                  </a:ext>
                </a:extLst>
              </p:cNvPr>
              <p:cNvGrpSpPr/>
              <p:nvPr userDrawn="1"/>
            </p:nvGrpSpPr>
            <p:grpSpPr>
              <a:xfrm>
                <a:off x="-376736" y="6163468"/>
                <a:ext cx="283685" cy="283685"/>
                <a:chOff x="-510741" y="5913713"/>
                <a:chExt cx="267555" cy="267555"/>
              </a:xfrm>
            </p:grpSpPr>
            <p:sp>
              <p:nvSpPr>
                <p:cNvPr id="63" name="Ovaal 62">
                  <a:extLst>
                    <a:ext uri="{FF2B5EF4-FFF2-40B4-BE49-F238E27FC236}">
                      <a16:creationId xmlns:a16="http://schemas.microsoft.com/office/drawing/2014/main" id="{4A16FB29-FA8B-47B1-FEC2-19BD71988791}"/>
                    </a:ext>
                  </a:extLst>
                </p:cNvPr>
                <p:cNvSpPr/>
                <p:nvPr userDrawn="1"/>
              </p:nvSpPr>
              <p:spPr>
                <a:xfrm>
                  <a:off x="-491853" y="5932072"/>
                  <a:ext cx="230835" cy="230835"/>
                </a:xfrm>
                <a:prstGeom prst="ellipse">
                  <a:avLst/>
                </a:prstGeom>
                <a:solidFill>
                  <a:srgbClr val="211F26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180000" tIns="180000" rIns="180000" bIns="180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>
                    <a:lnSpc>
                      <a:spcPct val="90000"/>
                    </a:lnSpc>
                    <a:spcBef>
                      <a:spcPts val="600"/>
                    </a:spcBef>
                    <a:spcAft>
                      <a:spcPts val="600"/>
                    </a:spcAft>
                  </a:pPr>
                  <a:endParaRPr lang="en-GB" sz="1600" cap="all" baseline="0" noProof="0">
                    <a:latin typeface="Calibri" panose="020F0502020204030204" pitchFamily="34" charset="0"/>
                    <a:cs typeface="Calibri" panose="020F0502020204030204" pitchFamily="34" charset="0"/>
                  </a:endParaRPr>
                </a:p>
              </p:txBody>
            </p:sp>
            <p:sp>
              <p:nvSpPr>
                <p:cNvPr id="64" name="Graphic 163" descr="Informatie">
                  <a:extLst>
                    <a:ext uri="{FF2B5EF4-FFF2-40B4-BE49-F238E27FC236}">
                      <a16:creationId xmlns:a16="http://schemas.microsoft.com/office/drawing/2014/main" id="{17E78844-0BC9-1CDF-B1E9-D9B35A17B8E1}"/>
                    </a:ext>
                  </a:extLst>
                </p:cNvPr>
                <p:cNvSpPr/>
                <p:nvPr/>
              </p:nvSpPr>
              <p:spPr>
                <a:xfrm>
                  <a:off x="-510741" y="5913713"/>
                  <a:ext cx="267555" cy="267555"/>
                </a:xfrm>
                <a:custGeom>
                  <a:avLst/>
                  <a:gdLst>
                    <a:gd name="connsiteX0" fmla="*/ 145860 w 291719"/>
                    <a:gd name="connsiteY0" fmla="*/ 0 h 291719"/>
                    <a:gd name="connsiteX1" fmla="*/ 0 w 291719"/>
                    <a:gd name="connsiteY1" fmla="*/ 145860 h 291719"/>
                    <a:gd name="connsiteX2" fmla="*/ 145860 w 291719"/>
                    <a:gd name="connsiteY2" fmla="*/ 291720 h 291719"/>
                    <a:gd name="connsiteX3" fmla="*/ 291720 w 291719"/>
                    <a:gd name="connsiteY3" fmla="*/ 145860 h 291719"/>
                    <a:gd name="connsiteX4" fmla="*/ 145860 w 291719"/>
                    <a:gd name="connsiteY4" fmla="*/ 0 h 291719"/>
                    <a:gd name="connsiteX5" fmla="*/ 138183 w 291719"/>
                    <a:gd name="connsiteY5" fmla="*/ 38384 h 291719"/>
                    <a:gd name="connsiteX6" fmla="*/ 157375 w 291719"/>
                    <a:gd name="connsiteY6" fmla="*/ 57576 h 291719"/>
                    <a:gd name="connsiteX7" fmla="*/ 138183 w 291719"/>
                    <a:gd name="connsiteY7" fmla="*/ 76768 h 291719"/>
                    <a:gd name="connsiteX8" fmla="*/ 118991 w 291719"/>
                    <a:gd name="connsiteY8" fmla="*/ 57576 h 291719"/>
                    <a:gd name="connsiteX9" fmla="*/ 138183 w 291719"/>
                    <a:gd name="connsiteY9" fmla="*/ 38384 h 291719"/>
                    <a:gd name="connsiteX10" fmla="*/ 184244 w 291719"/>
                    <a:gd name="connsiteY10" fmla="*/ 253336 h 291719"/>
                    <a:gd name="connsiteX11" fmla="*/ 107476 w 291719"/>
                    <a:gd name="connsiteY11" fmla="*/ 253336 h 291719"/>
                    <a:gd name="connsiteX12" fmla="*/ 107476 w 291719"/>
                    <a:gd name="connsiteY12" fmla="*/ 230305 h 291719"/>
                    <a:gd name="connsiteX13" fmla="*/ 134345 w 291719"/>
                    <a:gd name="connsiteY13" fmla="*/ 230305 h 291719"/>
                    <a:gd name="connsiteX14" fmla="*/ 134345 w 291719"/>
                    <a:gd name="connsiteY14" fmla="*/ 115153 h 291719"/>
                    <a:gd name="connsiteX15" fmla="*/ 111314 w 291719"/>
                    <a:gd name="connsiteY15" fmla="*/ 115153 h 291719"/>
                    <a:gd name="connsiteX16" fmla="*/ 111314 w 291719"/>
                    <a:gd name="connsiteY16" fmla="*/ 92122 h 291719"/>
                    <a:gd name="connsiteX17" fmla="*/ 157375 w 291719"/>
                    <a:gd name="connsiteY17" fmla="*/ 92122 h 291719"/>
                    <a:gd name="connsiteX18" fmla="*/ 157375 w 291719"/>
                    <a:gd name="connsiteY18" fmla="*/ 115153 h 291719"/>
                    <a:gd name="connsiteX19" fmla="*/ 157375 w 291719"/>
                    <a:gd name="connsiteY19" fmla="*/ 230305 h 291719"/>
                    <a:gd name="connsiteX20" fmla="*/ 184244 w 291719"/>
                    <a:gd name="connsiteY20" fmla="*/ 230305 h 291719"/>
                    <a:gd name="connsiteX21" fmla="*/ 184244 w 291719"/>
                    <a:gd name="connsiteY21" fmla="*/ 253336 h 29171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</a:cxnLst>
                  <a:rect l="l" t="t" r="r" b="b"/>
                  <a:pathLst>
                    <a:path w="291719" h="291719">
                      <a:moveTo>
                        <a:pt x="145860" y="0"/>
                      </a:moveTo>
                      <a:cubicBezTo>
                        <a:pt x="65253" y="0"/>
                        <a:pt x="0" y="65253"/>
                        <a:pt x="0" y="145860"/>
                      </a:cubicBezTo>
                      <a:cubicBezTo>
                        <a:pt x="0" y="226467"/>
                        <a:pt x="65253" y="291720"/>
                        <a:pt x="145860" y="291720"/>
                      </a:cubicBezTo>
                      <a:cubicBezTo>
                        <a:pt x="226467" y="291720"/>
                        <a:pt x="291720" y="226467"/>
                        <a:pt x="291720" y="145860"/>
                      </a:cubicBezTo>
                      <a:cubicBezTo>
                        <a:pt x="291720" y="65253"/>
                        <a:pt x="226467" y="0"/>
                        <a:pt x="145860" y="0"/>
                      </a:cubicBezTo>
                      <a:close/>
                      <a:moveTo>
                        <a:pt x="138183" y="38384"/>
                      </a:moveTo>
                      <a:cubicBezTo>
                        <a:pt x="148931" y="38384"/>
                        <a:pt x="157375" y="46829"/>
                        <a:pt x="157375" y="57576"/>
                      </a:cubicBezTo>
                      <a:cubicBezTo>
                        <a:pt x="157375" y="68324"/>
                        <a:pt x="148931" y="76768"/>
                        <a:pt x="138183" y="76768"/>
                      </a:cubicBezTo>
                      <a:cubicBezTo>
                        <a:pt x="127435" y="76768"/>
                        <a:pt x="118991" y="68324"/>
                        <a:pt x="118991" y="57576"/>
                      </a:cubicBezTo>
                      <a:cubicBezTo>
                        <a:pt x="118991" y="46829"/>
                        <a:pt x="127435" y="38384"/>
                        <a:pt x="138183" y="38384"/>
                      </a:cubicBezTo>
                      <a:close/>
                      <a:moveTo>
                        <a:pt x="184244" y="253336"/>
                      </a:moveTo>
                      <a:lnTo>
                        <a:pt x="107476" y="253336"/>
                      </a:lnTo>
                      <a:lnTo>
                        <a:pt x="107476" y="230305"/>
                      </a:lnTo>
                      <a:lnTo>
                        <a:pt x="134345" y="230305"/>
                      </a:lnTo>
                      <a:lnTo>
                        <a:pt x="134345" y="115153"/>
                      </a:lnTo>
                      <a:lnTo>
                        <a:pt x="111314" y="115153"/>
                      </a:lnTo>
                      <a:lnTo>
                        <a:pt x="111314" y="92122"/>
                      </a:lnTo>
                      <a:lnTo>
                        <a:pt x="157375" y="92122"/>
                      </a:lnTo>
                      <a:lnTo>
                        <a:pt x="157375" y="115153"/>
                      </a:lnTo>
                      <a:lnTo>
                        <a:pt x="157375" y="230305"/>
                      </a:lnTo>
                      <a:lnTo>
                        <a:pt x="184244" y="230305"/>
                      </a:lnTo>
                      <a:lnTo>
                        <a:pt x="184244" y="253336"/>
                      </a:lnTo>
                      <a:close/>
                    </a:path>
                  </a:pathLst>
                </a:custGeom>
                <a:solidFill>
                  <a:srgbClr val="1FF524"/>
                </a:solidFill>
                <a:ln w="3770" cap="flat">
                  <a:noFill/>
                  <a:prstDash val="solid"/>
                  <a:miter/>
                </a:ln>
              </p:spPr>
              <p:txBody>
                <a:bodyPr rtlCol="0" anchor="ctr">
                  <a:noAutofit/>
                </a:bodyPr>
                <a:lstStyle/>
                <a:p>
                  <a:endParaRPr lang="en-GB" sz="2000" noProof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endParaRPr>
                </a:p>
              </p:txBody>
            </p:sp>
          </p:grpSp>
          <p:grpSp>
            <p:nvGrpSpPr>
              <p:cNvPr id="57" name="Groep 56">
                <a:extLst>
                  <a:ext uri="{FF2B5EF4-FFF2-40B4-BE49-F238E27FC236}">
                    <a16:creationId xmlns:a16="http://schemas.microsoft.com/office/drawing/2014/main" id="{AFCFFF33-03DE-784A-46BF-341491AD82C0}"/>
                  </a:ext>
                </a:extLst>
              </p:cNvPr>
              <p:cNvGrpSpPr/>
              <p:nvPr userDrawn="1"/>
            </p:nvGrpSpPr>
            <p:grpSpPr>
              <a:xfrm>
                <a:off x="-938434" y="6420818"/>
                <a:ext cx="627798" cy="576693"/>
                <a:chOff x="-938434" y="4570310"/>
                <a:chExt cx="627798" cy="576693"/>
              </a:xfrm>
            </p:grpSpPr>
            <p:grpSp>
              <p:nvGrpSpPr>
                <p:cNvPr id="58" name="Inspireren">
                  <a:extLst>
                    <a:ext uri="{FF2B5EF4-FFF2-40B4-BE49-F238E27FC236}">
                      <a16:creationId xmlns:a16="http://schemas.microsoft.com/office/drawing/2014/main" id="{1EBCEBD5-B620-0008-D93C-CD46A9E4DC71}"/>
                    </a:ext>
                  </a:extLst>
                </p:cNvPr>
                <p:cNvGrpSpPr>
                  <a:grpSpLocks noChangeAspect="1"/>
                </p:cNvGrpSpPr>
                <p:nvPr userDrawn="1"/>
              </p:nvGrpSpPr>
              <p:grpSpPr bwMode="auto">
                <a:xfrm>
                  <a:off x="-716116" y="4570310"/>
                  <a:ext cx="169778" cy="242385"/>
                  <a:chOff x="4768" y="2783"/>
                  <a:chExt cx="788" cy="1125"/>
                </a:xfrm>
                <a:gradFill>
                  <a:gsLst>
                    <a:gs pos="0">
                      <a:srgbClr val="9D9FA1"/>
                    </a:gs>
                    <a:gs pos="70000">
                      <a:srgbClr val="211F26"/>
                    </a:gs>
                  </a:gsLst>
                  <a:lin ang="2700000" scaled="0"/>
                </a:gradFill>
              </p:grpSpPr>
              <p:sp>
                <p:nvSpPr>
                  <p:cNvPr id="60" name="Freeform 12">
                    <a:extLst>
                      <a:ext uri="{FF2B5EF4-FFF2-40B4-BE49-F238E27FC236}">
                        <a16:creationId xmlns:a16="http://schemas.microsoft.com/office/drawing/2014/main" id="{664BC5D7-F973-42A1-046B-9FAA1A70EA27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5001" y="3186"/>
                    <a:ext cx="319" cy="288"/>
                  </a:xfrm>
                  <a:custGeom>
                    <a:avLst/>
                    <a:gdLst>
                      <a:gd name="T0" fmla="*/ 220 w 319"/>
                      <a:gd name="T1" fmla="*/ 288 h 288"/>
                      <a:gd name="T2" fmla="*/ 107 w 319"/>
                      <a:gd name="T3" fmla="*/ 288 h 288"/>
                      <a:gd name="T4" fmla="*/ 0 w 319"/>
                      <a:gd name="T5" fmla="*/ 0 h 288"/>
                      <a:gd name="T6" fmla="*/ 319 w 319"/>
                      <a:gd name="T7" fmla="*/ 0 h 288"/>
                      <a:gd name="T8" fmla="*/ 220 w 319"/>
                      <a:gd name="T9" fmla="*/ 288 h 288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</a:cxnLst>
                    <a:rect l="0" t="0" r="r" b="b"/>
                    <a:pathLst>
                      <a:path w="319" h="288">
                        <a:moveTo>
                          <a:pt x="220" y="288"/>
                        </a:moveTo>
                        <a:lnTo>
                          <a:pt x="107" y="288"/>
                        </a:lnTo>
                        <a:lnTo>
                          <a:pt x="0" y="0"/>
                        </a:lnTo>
                        <a:lnTo>
                          <a:pt x="319" y="0"/>
                        </a:lnTo>
                        <a:lnTo>
                          <a:pt x="220" y="288"/>
                        </a:lnTo>
                        <a:close/>
                      </a:path>
                    </a:pathLst>
                  </a:custGeom>
                  <a:solidFill>
                    <a:srgbClr val="1FF524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lvl="0" indent="0" defTabSz="995469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GB" sz="300" b="0" i="0" u="none" strike="noStrike" kern="0" cap="none" spc="0" normalizeH="0" baseline="0" noProof="0">
                      <a:ln>
                        <a:noFill/>
                      </a:ln>
                      <a:solidFill>
                        <a:srgbClr val="211F26"/>
                      </a:solidFill>
                      <a:effectLst/>
                      <a:uLnTx/>
                      <a:uFillTx/>
                      <a:latin typeface="+mn-lt"/>
                    </a:endParaRPr>
                  </a:p>
                </p:txBody>
              </p:sp>
              <p:sp>
                <p:nvSpPr>
                  <p:cNvPr id="61" name="Freeform 13">
                    <a:extLst>
                      <a:ext uri="{FF2B5EF4-FFF2-40B4-BE49-F238E27FC236}">
                        <a16:creationId xmlns:a16="http://schemas.microsoft.com/office/drawing/2014/main" id="{CB24A030-65C8-B635-D99A-2DE8D174DCD5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>
                    <a:off x="5022" y="3796"/>
                    <a:ext cx="282" cy="112"/>
                  </a:xfrm>
                  <a:custGeom>
                    <a:avLst/>
                    <a:gdLst>
                      <a:gd name="T0" fmla="*/ 229 w 251"/>
                      <a:gd name="T1" fmla="*/ 70 h 100"/>
                      <a:gd name="T2" fmla="*/ 229 w 251"/>
                      <a:gd name="T3" fmla="*/ 69 h 100"/>
                      <a:gd name="T4" fmla="*/ 251 w 251"/>
                      <a:gd name="T5" fmla="*/ 0 h 100"/>
                      <a:gd name="T6" fmla="*/ 0 w 251"/>
                      <a:gd name="T7" fmla="*/ 0 h 100"/>
                      <a:gd name="T8" fmla="*/ 22 w 251"/>
                      <a:gd name="T9" fmla="*/ 69 h 100"/>
                      <a:gd name="T10" fmla="*/ 63 w 251"/>
                      <a:gd name="T11" fmla="*/ 100 h 100"/>
                      <a:gd name="T12" fmla="*/ 188 w 251"/>
                      <a:gd name="T13" fmla="*/ 100 h 100"/>
                      <a:gd name="T14" fmla="*/ 229 w 251"/>
                      <a:gd name="T15" fmla="*/ 71 h 100"/>
                      <a:gd name="T16" fmla="*/ 229 w 251"/>
                      <a:gd name="T17" fmla="*/ 71 h 100"/>
                      <a:gd name="T18" fmla="*/ 229 w 251"/>
                      <a:gd name="T19" fmla="*/ 70 h 100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  <a:cxn ang="0">
                        <a:pos x="T14" y="T15"/>
                      </a:cxn>
                      <a:cxn ang="0">
                        <a:pos x="T16" y="T17"/>
                      </a:cxn>
                      <a:cxn ang="0">
                        <a:pos x="T18" y="T19"/>
                      </a:cxn>
                    </a:cxnLst>
                    <a:rect l="0" t="0" r="r" b="b"/>
                    <a:pathLst>
                      <a:path w="251" h="100">
                        <a:moveTo>
                          <a:pt x="229" y="70"/>
                        </a:moveTo>
                        <a:cubicBezTo>
                          <a:pt x="229" y="70"/>
                          <a:pt x="229" y="69"/>
                          <a:pt x="229" y="69"/>
                        </a:cubicBezTo>
                        <a:cubicBezTo>
                          <a:pt x="251" y="0"/>
                          <a:pt x="251" y="0"/>
                          <a:pt x="251" y="0"/>
                        </a:cubicBezTo>
                        <a:cubicBezTo>
                          <a:pt x="0" y="0"/>
                          <a:pt x="0" y="0"/>
                          <a:pt x="0" y="0"/>
                        </a:cubicBezTo>
                        <a:cubicBezTo>
                          <a:pt x="22" y="69"/>
                          <a:pt x="22" y="69"/>
                          <a:pt x="22" y="69"/>
                        </a:cubicBezTo>
                        <a:cubicBezTo>
                          <a:pt x="27" y="87"/>
                          <a:pt x="44" y="100"/>
                          <a:pt x="63" y="100"/>
                        </a:cubicBezTo>
                        <a:cubicBezTo>
                          <a:pt x="188" y="100"/>
                          <a:pt x="188" y="100"/>
                          <a:pt x="188" y="100"/>
                        </a:cubicBezTo>
                        <a:cubicBezTo>
                          <a:pt x="207" y="100"/>
                          <a:pt x="223" y="88"/>
                          <a:pt x="229" y="71"/>
                        </a:cubicBezTo>
                        <a:cubicBezTo>
                          <a:pt x="229" y="71"/>
                          <a:pt x="229" y="71"/>
                          <a:pt x="229" y="71"/>
                        </a:cubicBezTo>
                        <a:lnTo>
                          <a:pt x="229" y="70"/>
                        </a:lnTo>
                        <a:close/>
                      </a:path>
                    </a:pathLst>
                  </a:custGeom>
                  <a:grpFill/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lvl="0" indent="0" defTabSz="995469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GB" sz="300" b="0" i="0" u="none" strike="noStrike" kern="0" cap="none" spc="0" normalizeH="0" baseline="0" noProof="0">
                      <a:ln>
                        <a:noFill/>
                      </a:ln>
                      <a:solidFill>
                        <a:srgbClr val="211F26"/>
                      </a:solidFill>
                      <a:effectLst/>
                      <a:uLnTx/>
                      <a:uFillTx/>
                      <a:latin typeface="+mn-lt"/>
                    </a:endParaRPr>
                  </a:p>
                </p:txBody>
              </p:sp>
              <p:sp>
                <p:nvSpPr>
                  <p:cNvPr id="62" name="Freeform 14">
                    <a:extLst>
                      <a:ext uri="{FF2B5EF4-FFF2-40B4-BE49-F238E27FC236}">
                        <a16:creationId xmlns:a16="http://schemas.microsoft.com/office/drawing/2014/main" id="{2E2608C8-94F2-68AD-B9A3-7E3A53AA88FE}"/>
                      </a:ext>
                    </a:extLst>
                  </p:cNvPr>
                  <p:cNvSpPr>
                    <a:spLocks noEditPoints="1"/>
                  </p:cNvSpPr>
                  <p:nvPr/>
                </p:nvSpPr>
                <p:spPr bwMode="auto">
                  <a:xfrm>
                    <a:off x="4768" y="2783"/>
                    <a:ext cx="788" cy="966"/>
                  </a:xfrm>
                  <a:custGeom>
                    <a:avLst/>
                    <a:gdLst>
                      <a:gd name="T0" fmla="*/ 351 w 702"/>
                      <a:gd name="T1" fmla="*/ 0 h 860"/>
                      <a:gd name="T2" fmla="*/ 0 w 702"/>
                      <a:gd name="T3" fmla="*/ 351 h 860"/>
                      <a:gd name="T4" fmla="*/ 134 w 702"/>
                      <a:gd name="T5" fmla="*/ 627 h 860"/>
                      <a:gd name="T6" fmla="*/ 165 w 702"/>
                      <a:gd name="T7" fmla="*/ 718 h 860"/>
                      <a:gd name="T8" fmla="*/ 266 w 702"/>
                      <a:gd name="T9" fmla="*/ 718 h 860"/>
                      <a:gd name="T10" fmla="*/ 266 w 702"/>
                      <a:gd name="T11" fmla="*/ 718 h 860"/>
                      <a:gd name="T12" fmla="*/ 434 w 702"/>
                      <a:gd name="T13" fmla="*/ 718 h 860"/>
                      <a:gd name="T14" fmla="*/ 419 w 702"/>
                      <a:gd name="T15" fmla="*/ 760 h 860"/>
                      <a:gd name="T16" fmla="*/ 284 w 702"/>
                      <a:gd name="T17" fmla="*/ 760 h 860"/>
                      <a:gd name="T18" fmla="*/ 284 w 702"/>
                      <a:gd name="T19" fmla="*/ 760 h 860"/>
                      <a:gd name="T20" fmla="*/ 179 w 702"/>
                      <a:gd name="T21" fmla="*/ 760 h 860"/>
                      <a:gd name="T22" fmla="*/ 212 w 702"/>
                      <a:gd name="T23" fmla="*/ 860 h 860"/>
                      <a:gd name="T24" fmla="*/ 212 w 702"/>
                      <a:gd name="T25" fmla="*/ 860 h 860"/>
                      <a:gd name="T26" fmla="*/ 216 w 702"/>
                      <a:gd name="T27" fmla="*/ 860 h 860"/>
                      <a:gd name="T28" fmla="*/ 488 w 702"/>
                      <a:gd name="T29" fmla="*/ 860 h 860"/>
                      <a:gd name="T30" fmla="*/ 491 w 702"/>
                      <a:gd name="T31" fmla="*/ 860 h 860"/>
                      <a:gd name="T32" fmla="*/ 570 w 702"/>
                      <a:gd name="T33" fmla="*/ 625 h 860"/>
                      <a:gd name="T34" fmla="*/ 702 w 702"/>
                      <a:gd name="T35" fmla="*/ 351 h 860"/>
                      <a:gd name="T36" fmla="*/ 351 w 702"/>
                      <a:gd name="T37" fmla="*/ 0 h 860"/>
                      <a:gd name="T38" fmla="*/ 587 w 702"/>
                      <a:gd name="T39" fmla="*/ 438 h 860"/>
                      <a:gd name="T40" fmla="*/ 485 w 702"/>
                      <a:gd name="T41" fmla="*/ 563 h 860"/>
                      <a:gd name="T42" fmla="*/ 454 w 702"/>
                      <a:gd name="T43" fmla="*/ 658 h 860"/>
                      <a:gd name="T44" fmla="*/ 250 w 702"/>
                      <a:gd name="T45" fmla="*/ 658 h 860"/>
                      <a:gd name="T46" fmla="*/ 219 w 702"/>
                      <a:gd name="T47" fmla="*/ 565 h 860"/>
                      <a:gd name="T48" fmla="*/ 115 w 702"/>
                      <a:gd name="T49" fmla="*/ 439 h 860"/>
                      <a:gd name="T50" fmla="*/ 99 w 702"/>
                      <a:gd name="T51" fmla="*/ 351 h 860"/>
                      <a:gd name="T52" fmla="*/ 351 w 702"/>
                      <a:gd name="T53" fmla="*/ 99 h 860"/>
                      <a:gd name="T54" fmla="*/ 603 w 702"/>
                      <a:gd name="T55" fmla="*/ 351 h 860"/>
                      <a:gd name="T56" fmla="*/ 587 w 702"/>
                      <a:gd name="T57" fmla="*/ 438 h 860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  <a:cxn ang="0">
                        <a:pos x="T14" y="T15"/>
                      </a:cxn>
                      <a:cxn ang="0">
                        <a:pos x="T16" y="T17"/>
                      </a:cxn>
                      <a:cxn ang="0">
                        <a:pos x="T18" y="T19"/>
                      </a:cxn>
                      <a:cxn ang="0">
                        <a:pos x="T20" y="T21"/>
                      </a:cxn>
                      <a:cxn ang="0">
                        <a:pos x="T22" y="T23"/>
                      </a:cxn>
                      <a:cxn ang="0">
                        <a:pos x="T24" y="T25"/>
                      </a:cxn>
                      <a:cxn ang="0">
                        <a:pos x="T26" y="T27"/>
                      </a:cxn>
                      <a:cxn ang="0">
                        <a:pos x="T28" y="T29"/>
                      </a:cxn>
                      <a:cxn ang="0">
                        <a:pos x="T30" y="T31"/>
                      </a:cxn>
                      <a:cxn ang="0">
                        <a:pos x="T32" y="T33"/>
                      </a:cxn>
                      <a:cxn ang="0">
                        <a:pos x="T34" y="T35"/>
                      </a:cxn>
                      <a:cxn ang="0">
                        <a:pos x="T36" y="T37"/>
                      </a:cxn>
                      <a:cxn ang="0">
                        <a:pos x="T38" y="T39"/>
                      </a:cxn>
                      <a:cxn ang="0">
                        <a:pos x="T40" y="T41"/>
                      </a:cxn>
                      <a:cxn ang="0">
                        <a:pos x="T42" y="T43"/>
                      </a:cxn>
                      <a:cxn ang="0">
                        <a:pos x="T44" y="T45"/>
                      </a:cxn>
                      <a:cxn ang="0">
                        <a:pos x="T46" y="T47"/>
                      </a:cxn>
                      <a:cxn ang="0">
                        <a:pos x="T48" y="T49"/>
                      </a:cxn>
                      <a:cxn ang="0">
                        <a:pos x="T50" y="T51"/>
                      </a:cxn>
                      <a:cxn ang="0">
                        <a:pos x="T52" y="T53"/>
                      </a:cxn>
                      <a:cxn ang="0">
                        <a:pos x="T54" y="T55"/>
                      </a:cxn>
                      <a:cxn ang="0">
                        <a:pos x="T56" y="T57"/>
                      </a:cxn>
                    </a:cxnLst>
                    <a:rect l="0" t="0" r="r" b="b"/>
                    <a:pathLst>
                      <a:path w="702" h="860">
                        <a:moveTo>
                          <a:pt x="351" y="0"/>
                        </a:moveTo>
                        <a:cubicBezTo>
                          <a:pt x="157" y="0"/>
                          <a:pt x="0" y="157"/>
                          <a:pt x="0" y="351"/>
                        </a:cubicBezTo>
                        <a:cubicBezTo>
                          <a:pt x="0" y="463"/>
                          <a:pt x="52" y="562"/>
                          <a:pt x="134" y="627"/>
                        </a:cubicBezTo>
                        <a:cubicBezTo>
                          <a:pt x="165" y="718"/>
                          <a:pt x="165" y="718"/>
                          <a:pt x="165" y="718"/>
                        </a:cubicBezTo>
                        <a:cubicBezTo>
                          <a:pt x="266" y="718"/>
                          <a:pt x="266" y="718"/>
                          <a:pt x="266" y="718"/>
                        </a:cubicBezTo>
                        <a:cubicBezTo>
                          <a:pt x="266" y="718"/>
                          <a:pt x="266" y="718"/>
                          <a:pt x="266" y="718"/>
                        </a:cubicBezTo>
                        <a:cubicBezTo>
                          <a:pt x="434" y="718"/>
                          <a:pt x="434" y="718"/>
                          <a:pt x="434" y="718"/>
                        </a:cubicBezTo>
                        <a:cubicBezTo>
                          <a:pt x="419" y="760"/>
                          <a:pt x="419" y="760"/>
                          <a:pt x="419" y="760"/>
                        </a:cubicBezTo>
                        <a:cubicBezTo>
                          <a:pt x="284" y="760"/>
                          <a:pt x="284" y="760"/>
                          <a:pt x="284" y="760"/>
                        </a:cubicBezTo>
                        <a:cubicBezTo>
                          <a:pt x="284" y="760"/>
                          <a:pt x="284" y="760"/>
                          <a:pt x="284" y="760"/>
                        </a:cubicBezTo>
                        <a:cubicBezTo>
                          <a:pt x="179" y="760"/>
                          <a:pt x="179" y="760"/>
                          <a:pt x="179" y="760"/>
                        </a:cubicBezTo>
                        <a:cubicBezTo>
                          <a:pt x="212" y="860"/>
                          <a:pt x="212" y="860"/>
                          <a:pt x="212" y="860"/>
                        </a:cubicBezTo>
                        <a:cubicBezTo>
                          <a:pt x="212" y="860"/>
                          <a:pt x="212" y="860"/>
                          <a:pt x="212" y="860"/>
                        </a:cubicBezTo>
                        <a:cubicBezTo>
                          <a:pt x="216" y="860"/>
                          <a:pt x="216" y="860"/>
                          <a:pt x="216" y="860"/>
                        </a:cubicBezTo>
                        <a:cubicBezTo>
                          <a:pt x="488" y="860"/>
                          <a:pt x="488" y="860"/>
                          <a:pt x="488" y="860"/>
                        </a:cubicBezTo>
                        <a:cubicBezTo>
                          <a:pt x="491" y="860"/>
                          <a:pt x="491" y="860"/>
                          <a:pt x="491" y="860"/>
                        </a:cubicBezTo>
                        <a:cubicBezTo>
                          <a:pt x="570" y="625"/>
                          <a:pt x="570" y="625"/>
                          <a:pt x="570" y="625"/>
                        </a:cubicBezTo>
                        <a:cubicBezTo>
                          <a:pt x="651" y="560"/>
                          <a:pt x="702" y="461"/>
                          <a:pt x="702" y="351"/>
                        </a:cubicBezTo>
                        <a:cubicBezTo>
                          <a:pt x="702" y="157"/>
                          <a:pt x="545" y="0"/>
                          <a:pt x="351" y="0"/>
                        </a:cubicBezTo>
                        <a:close/>
                        <a:moveTo>
                          <a:pt x="587" y="438"/>
                        </a:moveTo>
                        <a:cubicBezTo>
                          <a:pt x="568" y="490"/>
                          <a:pt x="531" y="534"/>
                          <a:pt x="485" y="563"/>
                        </a:cubicBezTo>
                        <a:cubicBezTo>
                          <a:pt x="454" y="658"/>
                          <a:pt x="454" y="658"/>
                          <a:pt x="454" y="658"/>
                        </a:cubicBezTo>
                        <a:cubicBezTo>
                          <a:pt x="250" y="658"/>
                          <a:pt x="250" y="658"/>
                          <a:pt x="250" y="658"/>
                        </a:cubicBezTo>
                        <a:cubicBezTo>
                          <a:pt x="219" y="565"/>
                          <a:pt x="219" y="565"/>
                          <a:pt x="219" y="565"/>
                        </a:cubicBezTo>
                        <a:cubicBezTo>
                          <a:pt x="172" y="536"/>
                          <a:pt x="135" y="491"/>
                          <a:pt x="115" y="439"/>
                        </a:cubicBezTo>
                        <a:cubicBezTo>
                          <a:pt x="105" y="411"/>
                          <a:pt x="99" y="382"/>
                          <a:pt x="99" y="351"/>
                        </a:cubicBezTo>
                        <a:cubicBezTo>
                          <a:pt x="99" y="212"/>
                          <a:pt x="212" y="99"/>
                          <a:pt x="351" y="99"/>
                        </a:cubicBezTo>
                        <a:cubicBezTo>
                          <a:pt x="490" y="99"/>
                          <a:pt x="603" y="212"/>
                          <a:pt x="603" y="351"/>
                        </a:cubicBezTo>
                        <a:cubicBezTo>
                          <a:pt x="603" y="381"/>
                          <a:pt x="597" y="411"/>
                          <a:pt x="587" y="438"/>
                        </a:cubicBezTo>
                        <a:close/>
                      </a:path>
                    </a:pathLst>
                  </a:custGeom>
                  <a:grpFill/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 vert="horz" wrap="square" lIns="91440" tIns="45720" rIns="91440" bIns="45720" numCol="1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marL="0" marR="0" lvl="0" indent="0" defTabSz="995469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GB" sz="300" b="0" i="0" u="none" strike="noStrike" kern="0" cap="none" spc="0" normalizeH="0" baseline="0" noProof="0">
                      <a:ln>
                        <a:noFill/>
                      </a:ln>
                      <a:solidFill>
                        <a:srgbClr val="211F26"/>
                      </a:solidFill>
                      <a:effectLst/>
                      <a:uLnTx/>
                      <a:uFillTx/>
                      <a:latin typeface="+mn-lt"/>
                    </a:endParaRPr>
                  </a:p>
                </p:txBody>
              </p:sp>
            </p:grpSp>
            <p:sp>
              <p:nvSpPr>
                <p:cNvPr id="59" name="Tekstvak 58">
                  <a:extLst>
                    <a:ext uri="{FF2B5EF4-FFF2-40B4-BE49-F238E27FC236}">
                      <a16:creationId xmlns:a16="http://schemas.microsoft.com/office/drawing/2014/main" id="{934212D2-1CC6-46C2-A7C9-1B6FA93A125D}"/>
                    </a:ext>
                  </a:extLst>
                </p:cNvPr>
                <p:cNvSpPr txBox="1"/>
                <p:nvPr userDrawn="1"/>
              </p:nvSpPr>
              <p:spPr>
                <a:xfrm>
                  <a:off x="-938434" y="4824764"/>
                  <a:ext cx="627798" cy="322239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 anchor="ctr">
                  <a:noAutofit/>
                </a:bodyPr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90000"/>
                    </a:lnSpc>
                    <a:spcBef>
                      <a:spcPts val="600"/>
                    </a:spcBef>
                    <a:spcAft>
                      <a:spcPts val="60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GB" sz="1000" b="0" i="0" u="none" strike="noStrike" kern="0" cap="none" spc="0" normalizeH="0" baseline="0" noProof="0">
                      <a:ln>
                        <a:noFill/>
                      </a:ln>
                      <a:solidFill>
                        <a:srgbClr val="211F26"/>
                      </a:solidFill>
                      <a:effectLst/>
                      <a:uLnTx/>
                      <a:uFillTx/>
                      <a:latin typeface="Calibri" panose="020F0502020204030204" pitchFamily="34" charset="0"/>
                      <a:ea typeface="+mn-ea"/>
                      <a:cs typeface="Calibri" panose="020F0502020204030204" pitchFamily="34" charset="0"/>
                    </a:rPr>
                    <a:t>Inspiration</a:t>
                  </a:r>
                </a:p>
              </p:txBody>
            </p:sp>
          </p:grpSp>
        </p:grpSp>
        <p:grpSp>
          <p:nvGrpSpPr>
            <p:cNvPr id="28" name="Groep 27">
              <a:extLst>
                <a:ext uri="{FF2B5EF4-FFF2-40B4-BE49-F238E27FC236}">
                  <a16:creationId xmlns:a16="http://schemas.microsoft.com/office/drawing/2014/main" id="{FC14F5F2-A02F-5E50-6A14-8376C8361542}"/>
                </a:ext>
              </a:extLst>
            </p:cNvPr>
            <p:cNvGrpSpPr/>
            <p:nvPr userDrawn="1"/>
          </p:nvGrpSpPr>
          <p:grpSpPr>
            <a:xfrm>
              <a:off x="-3426806" y="5129582"/>
              <a:ext cx="514284" cy="506545"/>
              <a:chOff x="12617641" y="3403239"/>
              <a:chExt cx="752963" cy="741634"/>
            </a:xfrm>
          </p:grpSpPr>
          <p:grpSp>
            <p:nvGrpSpPr>
              <p:cNvPr id="39" name="Groep 38">
                <a:extLst>
                  <a:ext uri="{FF2B5EF4-FFF2-40B4-BE49-F238E27FC236}">
                    <a16:creationId xmlns:a16="http://schemas.microsoft.com/office/drawing/2014/main" id="{1359FB6E-97D1-FE9C-24B0-3A3C7BC9CAE1}"/>
                  </a:ext>
                </a:extLst>
              </p:cNvPr>
              <p:cNvGrpSpPr/>
              <p:nvPr userDrawn="1"/>
            </p:nvGrpSpPr>
            <p:grpSpPr>
              <a:xfrm>
                <a:off x="12771530" y="3403239"/>
                <a:ext cx="467176" cy="448491"/>
                <a:chOff x="12782157" y="3403239"/>
                <a:chExt cx="467176" cy="448491"/>
              </a:xfrm>
            </p:grpSpPr>
            <p:grpSp>
              <p:nvGrpSpPr>
                <p:cNvPr id="42" name="Groep 41">
                  <a:extLst>
                    <a:ext uri="{FF2B5EF4-FFF2-40B4-BE49-F238E27FC236}">
                      <a16:creationId xmlns:a16="http://schemas.microsoft.com/office/drawing/2014/main" id="{7D8E78B9-21BE-2D3A-A385-42849214C480}"/>
                    </a:ext>
                  </a:extLst>
                </p:cNvPr>
                <p:cNvGrpSpPr/>
                <p:nvPr userDrawn="1"/>
              </p:nvGrpSpPr>
              <p:grpSpPr>
                <a:xfrm>
                  <a:off x="12782157" y="3403239"/>
                  <a:ext cx="412976" cy="396132"/>
                  <a:chOff x="13554906" y="3320109"/>
                  <a:chExt cx="443917" cy="425811"/>
                </a:xfrm>
              </p:grpSpPr>
              <p:grpSp>
                <p:nvGrpSpPr>
                  <p:cNvPr id="49" name="Groep 48">
                    <a:extLst>
                      <a:ext uri="{FF2B5EF4-FFF2-40B4-BE49-F238E27FC236}">
                        <a16:creationId xmlns:a16="http://schemas.microsoft.com/office/drawing/2014/main" id="{CD013D78-525B-059E-963E-23A760AF2C85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13554906" y="3320109"/>
                    <a:ext cx="443917" cy="425811"/>
                    <a:chOff x="12909684" y="1276143"/>
                    <a:chExt cx="443917" cy="425811"/>
                  </a:xfrm>
                </p:grpSpPr>
                <p:sp>
                  <p:nvSpPr>
                    <p:cNvPr id="52" name="Rechthoek 51">
                      <a:extLst>
                        <a:ext uri="{FF2B5EF4-FFF2-40B4-BE49-F238E27FC236}">
                          <a16:creationId xmlns:a16="http://schemas.microsoft.com/office/drawing/2014/main" id="{7C74C419-82F3-C3A9-4CB6-BC24111FE331}"/>
                        </a:ext>
                      </a:extLst>
                    </p:cNvPr>
                    <p:cNvSpPr/>
                    <p:nvPr userDrawn="1"/>
                  </p:nvSpPr>
                  <p:spPr>
                    <a:xfrm>
                      <a:off x="12909689" y="1276143"/>
                      <a:ext cx="443912" cy="425811"/>
                    </a:xfrm>
                    <a:prstGeom prst="rect">
                      <a:avLst/>
                    </a:prstGeom>
                    <a:noFill/>
                    <a:ln w="12700">
                      <a:solidFill>
                        <a:srgbClr val="818181"/>
                      </a:solidFill>
                      <a:prstDash val="dash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ot="0" spcFirstLastPara="0" vertOverflow="overflow" horzOverflow="overflow" vert="horz" wrap="square" lIns="108000" tIns="0" rIns="0" bIns="0" numCol="1" spcCol="0" rtlCol="0" fromWordArt="0" anchor="ctr" anchorCtr="0" forceAA="0" compatLnSpc="1">
                      <a:prstTxWarp prst="textNoShape">
                        <a:avLst/>
                      </a:prstTxWarp>
                      <a:noAutofit/>
                    </a:bodyPr>
                    <a:lstStyle/>
                    <a:p>
                      <a:pPr lvl="0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endParaRPr lang="en-GB" sz="800" b="0" noProof="0">
                        <a:solidFill>
                          <a:srgbClr val="211F26"/>
                        </a:solidFill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53" name="Rechthoek 52">
                      <a:extLst>
                        <a:ext uri="{FF2B5EF4-FFF2-40B4-BE49-F238E27FC236}">
                          <a16:creationId xmlns:a16="http://schemas.microsoft.com/office/drawing/2014/main" id="{C97B16C7-D52D-71EF-1439-2E7BC3CBA4D6}"/>
                        </a:ext>
                      </a:extLst>
                    </p:cNvPr>
                    <p:cNvSpPr/>
                    <p:nvPr userDrawn="1"/>
                  </p:nvSpPr>
                  <p:spPr>
                    <a:xfrm>
                      <a:off x="12909684" y="1276143"/>
                      <a:ext cx="261629" cy="257807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 w="12700">
                      <a:solidFill>
                        <a:srgbClr val="81818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ot="0" spcFirstLastPara="0" vertOverflow="overflow" horzOverflow="overflow" vert="horz" wrap="square" lIns="108000" tIns="0" rIns="0" bIns="0" numCol="1" spcCol="0" rtlCol="0" fromWordArt="0" anchor="ctr" anchorCtr="0" forceAA="0" compatLnSpc="1">
                      <a:prstTxWarp prst="textNoShape">
                        <a:avLst/>
                      </a:prstTxWarp>
                      <a:noAutofit/>
                    </a:bodyPr>
                    <a:lstStyle/>
                    <a:p>
                      <a:pPr lvl="0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endParaRPr lang="en-GB" sz="800" b="0" noProof="0">
                        <a:solidFill>
                          <a:srgbClr val="211F26"/>
                        </a:solidFill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p:txBody>
                </p:sp>
                <p:sp>
                  <p:nvSpPr>
                    <p:cNvPr id="54" name="Ovaal 53">
                      <a:extLst>
                        <a:ext uri="{FF2B5EF4-FFF2-40B4-BE49-F238E27FC236}">
                          <a16:creationId xmlns:a16="http://schemas.microsoft.com/office/drawing/2014/main" id="{D55B39D2-4BAE-ADC3-26B7-F399857FAFF6}"/>
                        </a:ext>
                      </a:extLst>
                    </p:cNvPr>
                    <p:cNvSpPr/>
                    <p:nvPr userDrawn="1"/>
                  </p:nvSpPr>
                  <p:spPr>
                    <a:xfrm>
                      <a:off x="13069071" y="1308711"/>
                      <a:ext cx="72188" cy="72188"/>
                    </a:xfrm>
                    <a:prstGeom prst="ellipse">
                      <a:avLst/>
                    </a:prstGeom>
                    <a:solidFill>
                      <a:srgbClr val="ECC679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ot="0" spcFirstLastPara="0" vert="horz" wrap="square" lIns="0" tIns="0" rIns="0" bIns="0" numCol="1" spcCol="0" rtlCol="0" fromWordArt="0" anchor="ctr" anchorCtr="0" forceAA="0" compatLnSpc="1">
                      <a:prstTxWarp prst="textNoShape">
                        <a:avLst/>
                      </a:prstTxWarp>
                      <a:noAutofit/>
                    </a:bodyPr>
                    <a:lstStyle/>
                    <a:p>
                      <a:pPr algn="l"/>
                      <a:endParaRPr lang="en-GB" sz="1000" b="1" noProof="0">
                        <a:solidFill>
                          <a:srgbClr val="211F26"/>
                        </a:solidFill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p:txBody>
                </p:sp>
              </p:grpSp>
              <p:pic>
                <p:nvPicPr>
                  <p:cNvPr id="50" name="Afbeelding 49">
                    <a:extLst>
                      <a:ext uri="{FF2B5EF4-FFF2-40B4-BE49-F238E27FC236}">
                        <a16:creationId xmlns:a16="http://schemas.microsoft.com/office/drawing/2014/main" id="{1FB4176A-87C0-215F-7224-5B51FEFB67D3}"/>
                      </a:ext>
                    </a:extLst>
                  </p:cNvPr>
                  <p:cNvPicPr>
                    <a:picLocks noChangeAspect="1"/>
                  </p:cNvPicPr>
                  <p:nvPr userDrawn="1"/>
                </p:nvPicPr>
                <p:blipFill>
                  <a:blip r:embed="rId2">
                    <a:duotone>
                      <a:prstClr val="black"/>
                      <a:srgbClr val="4D82B8">
                        <a:tint val="45000"/>
                        <a:satMod val="400000"/>
                      </a:srgbClr>
                    </a:duotone>
                    <a:extLst>
                      <a:ext uri="{BEBA8EAE-BF5A-486C-A8C5-ECC9F3942E4B}">
                        <a14:imgProps xmlns:a14="http://schemas.microsoft.com/office/drawing/2010/main">
                          <a14:imgLayer r:embed="rId3">
                            <a14:imgEffect>
                              <a14:brightnessContrast contrast="-40000"/>
                            </a14:imgEffect>
                          </a14:imgLayer>
                        </a14:imgProps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13567296" y="3424991"/>
                    <a:ext cx="173367" cy="140220"/>
                  </a:xfrm>
                  <a:prstGeom prst="rect">
                    <a:avLst/>
                  </a:prstGeom>
                </p:spPr>
              </p:pic>
              <p:pic>
                <p:nvPicPr>
                  <p:cNvPr id="51" name="Afbeelding 50">
                    <a:extLst>
                      <a:ext uri="{FF2B5EF4-FFF2-40B4-BE49-F238E27FC236}">
                        <a16:creationId xmlns:a16="http://schemas.microsoft.com/office/drawing/2014/main" id="{1A29BF32-DB27-0F5C-C35B-C1564D2FA935}"/>
                      </a:ext>
                    </a:extLst>
                  </p:cNvPr>
                  <p:cNvPicPr>
                    <a:picLocks noChangeAspect="1"/>
                  </p:cNvPicPr>
                  <p:nvPr userDrawn="1"/>
                </p:nvPicPr>
                <p:blipFill>
                  <a:blip r:embed="rId2">
                    <a:duotone>
                      <a:prstClr val="black"/>
                      <a:srgbClr val="4D82B8">
                        <a:tint val="45000"/>
                        <a:satMod val="400000"/>
                      </a:srgbClr>
                    </a:duotone>
                    <a:extLst>
                      <a:ext uri="{BEBA8EAE-BF5A-486C-A8C5-ECC9F3942E4B}">
                        <a14:imgProps xmlns:a14="http://schemas.microsoft.com/office/drawing/2010/main">
                          <a14:imgLayer r:embed="rId3">
                            <a14:imgEffect>
                              <a14:brightnessContrast contrast="-40000"/>
                            </a14:imgEffect>
                          </a14:imgLayer>
                        </a14:imgProps>
                      </a:ext>
                    </a:extLst>
                  </a:blip>
                  <a:stretch>
                    <a:fillRect/>
                  </a:stretch>
                </p:blipFill>
                <p:spPr>
                  <a:xfrm flipH="1">
                    <a:off x="13635599" y="3449265"/>
                    <a:ext cx="173367" cy="111424"/>
                  </a:xfrm>
                  <a:prstGeom prst="rect">
                    <a:avLst/>
                  </a:prstGeom>
                </p:spPr>
              </p:pic>
            </p:grpSp>
            <p:grpSp>
              <p:nvGrpSpPr>
                <p:cNvPr id="43" name="Groep 42">
                  <a:extLst>
                    <a:ext uri="{FF2B5EF4-FFF2-40B4-BE49-F238E27FC236}">
                      <a16:creationId xmlns:a16="http://schemas.microsoft.com/office/drawing/2014/main" id="{874A8D92-0691-A56C-A1F6-FF9982D3AB27}"/>
                    </a:ext>
                  </a:extLst>
                </p:cNvPr>
                <p:cNvGrpSpPr/>
                <p:nvPr userDrawn="1"/>
              </p:nvGrpSpPr>
              <p:grpSpPr>
                <a:xfrm>
                  <a:off x="13103513" y="3705268"/>
                  <a:ext cx="145820" cy="146462"/>
                  <a:chOff x="13096169" y="3602278"/>
                  <a:chExt cx="145820" cy="146462"/>
                </a:xfrm>
              </p:grpSpPr>
              <p:sp>
                <p:nvSpPr>
                  <p:cNvPr id="47" name="Rechthoek 46">
                    <a:extLst>
                      <a:ext uri="{FF2B5EF4-FFF2-40B4-BE49-F238E27FC236}">
                        <a16:creationId xmlns:a16="http://schemas.microsoft.com/office/drawing/2014/main" id="{0D7559F1-D122-8FE2-D04A-D1E9D7CF62FD}"/>
                      </a:ext>
                    </a:extLst>
                  </p:cNvPr>
                  <p:cNvSpPr/>
                  <p:nvPr userDrawn="1"/>
                </p:nvSpPr>
                <p:spPr>
                  <a:xfrm>
                    <a:off x="13096169" y="3602278"/>
                    <a:ext cx="145820" cy="28388"/>
                  </a:xfrm>
                  <a:prstGeom prst="rect">
                    <a:avLst/>
                  </a:prstGeom>
                  <a:solidFill>
                    <a:srgbClr val="81818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="horz" wrap="square" lIns="0" tIns="0" rIns="0" bIns="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l"/>
                    <a:endParaRPr lang="en-GB" sz="1000" b="1" noProof="0">
                      <a:solidFill>
                        <a:srgbClr val="211F26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endParaRPr>
                  </a:p>
                </p:txBody>
              </p:sp>
              <p:sp>
                <p:nvSpPr>
                  <p:cNvPr id="48" name="Rechthoek 47">
                    <a:extLst>
                      <a:ext uri="{FF2B5EF4-FFF2-40B4-BE49-F238E27FC236}">
                        <a16:creationId xmlns:a16="http://schemas.microsoft.com/office/drawing/2014/main" id="{CB2E1E51-E0F4-ED2F-6D47-B5E635C3220A}"/>
                      </a:ext>
                    </a:extLst>
                  </p:cNvPr>
                  <p:cNvSpPr/>
                  <p:nvPr userDrawn="1"/>
                </p:nvSpPr>
                <p:spPr>
                  <a:xfrm rot="5400000">
                    <a:off x="13037453" y="3661636"/>
                    <a:ext cx="145820" cy="28388"/>
                  </a:xfrm>
                  <a:prstGeom prst="rect">
                    <a:avLst/>
                  </a:prstGeom>
                  <a:solidFill>
                    <a:srgbClr val="81818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="horz" wrap="square" lIns="0" tIns="0" rIns="0" bIns="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l"/>
                    <a:endParaRPr lang="en-GB" sz="1000" b="1" noProof="0">
                      <a:solidFill>
                        <a:srgbClr val="211F26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endParaRPr>
                  </a:p>
                </p:txBody>
              </p:sp>
            </p:grpSp>
            <p:grpSp>
              <p:nvGrpSpPr>
                <p:cNvPr id="44" name="Groep 43">
                  <a:extLst>
                    <a:ext uri="{FF2B5EF4-FFF2-40B4-BE49-F238E27FC236}">
                      <a16:creationId xmlns:a16="http://schemas.microsoft.com/office/drawing/2014/main" id="{B20A7472-851D-3CBE-039E-867905EC7CA2}"/>
                    </a:ext>
                  </a:extLst>
                </p:cNvPr>
                <p:cNvGrpSpPr/>
                <p:nvPr userDrawn="1"/>
              </p:nvGrpSpPr>
              <p:grpSpPr>
                <a:xfrm rot="10800000">
                  <a:off x="13061402" y="3665637"/>
                  <a:ext cx="145820" cy="146462"/>
                  <a:chOff x="13096169" y="3602278"/>
                  <a:chExt cx="145820" cy="146462"/>
                </a:xfrm>
              </p:grpSpPr>
              <p:sp>
                <p:nvSpPr>
                  <p:cNvPr id="45" name="Rechthoek 44">
                    <a:extLst>
                      <a:ext uri="{FF2B5EF4-FFF2-40B4-BE49-F238E27FC236}">
                        <a16:creationId xmlns:a16="http://schemas.microsoft.com/office/drawing/2014/main" id="{7F0241A6-93EC-6B9E-D265-D69E8EC08774}"/>
                      </a:ext>
                    </a:extLst>
                  </p:cNvPr>
                  <p:cNvSpPr/>
                  <p:nvPr userDrawn="1"/>
                </p:nvSpPr>
                <p:spPr>
                  <a:xfrm>
                    <a:off x="13096169" y="3602278"/>
                    <a:ext cx="145820" cy="28388"/>
                  </a:xfrm>
                  <a:prstGeom prst="rect">
                    <a:avLst/>
                  </a:prstGeom>
                  <a:solidFill>
                    <a:srgbClr val="81818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="horz" wrap="square" lIns="0" tIns="0" rIns="0" bIns="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l"/>
                    <a:endParaRPr lang="en-GB" sz="1000" b="1" noProof="0">
                      <a:solidFill>
                        <a:srgbClr val="211F26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endParaRPr>
                  </a:p>
                </p:txBody>
              </p:sp>
              <p:sp>
                <p:nvSpPr>
                  <p:cNvPr id="46" name="Rechthoek 45">
                    <a:extLst>
                      <a:ext uri="{FF2B5EF4-FFF2-40B4-BE49-F238E27FC236}">
                        <a16:creationId xmlns:a16="http://schemas.microsoft.com/office/drawing/2014/main" id="{D2D6E925-8607-C578-819D-48C0847C5786}"/>
                      </a:ext>
                    </a:extLst>
                  </p:cNvPr>
                  <p:cNvSpPr/>
                  <p:nvPr userDrawn="1"/>
                </p:nvSpPr>
                <p:spPr>
                  <a:xfrm rot="5400000">
                    <a:off x="13037453" y="3661636"/>
                    <a:ext cx="145820" cy="28388"/>
                  </a:xfrm>
                  <a:prstGeom prst="rect">
                    <a:avLst/>
                  </a:prstGeom>
                  <a:solidFill>
                    <a:srgbClr val="81818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="horz" wrap="square" lIns="0" tIns="0" rIns="0" bIns="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l"/>
                    <a:endParaRPr lang="en-GB" sz="1000" b="1" noProof="0">
                      <a:solidFill>
                        <a:srgbClr val="211F26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endParaRPr>
                  </a:p>
                </p:txBody>
              </p:sp>
            </p:grpSp>
          </p:grpSp>
          <p:sp>
            <p:nvSpPr>
              <p:cNvPr id="40" name="Rechthoek 39">
                <a:extLst>
                  <a:ext uri="{FF2B5EF4-FFF2-40B4-BE49-F238E27FC236}">
                    <a16:creationId xmlns:a16="http://schemas.microsoft.com/office/drawing/2014/main" id="{24514FF6-A8F5-5D82-43A9-25335D2E2AB4}"/>
                  </a:ext>
                </a:extLst>
              </p:cNvPr>
              <p:cNvSpPr/>
              <p:nvPr userDrawn="1"/>
            </p:nvSpPr>
            <p:spPr>
              <a:xfrm>
                <a:off x="12617641" y="3889890"/>
                <a:ext cx="752963" cy="161170"/>
              </a:xfrm>
              <a:prstGeom prst="rect">
                <a:avLst/>
              </a:prstGeom>
              <a:noFill/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en-GB" sz="900" b="0" noProof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Crop</a:t>
                </a:r>
              </a:p>
            </p:txBody>
          </p:sp>
          <p:sp>
            <p:nvSpPr>
              <p:cNvPr id="41" name="Gelijkbenige driehoek 40">
                <a:extLst>
                  <a:ext uri="{FF2B5EF4-FFF2-40B4-BE49-F238E27FC236}">
                    <a16:creationId xmlns:a16="http://schemas.microsoft.com/office/drawing/2014/main" id="{D4645E96-47C9-6A85-74BF-91A9F504C585}"/>
                  </a:ext>
                </a:extLst>
              </p:cNvPr>
              <p:cNvSpPr/>
              <p:nvPr userDrawn="1"/>
            </p:nvSpPr>
            <p:spPr>
              <a:xfrm rot="10800000">
                <a:off x="12950688" y="4093726"/>
                <a:ext cx="86866" cy="51147"/>
              </a:xfrm>
              <a:prstGeom prst="triangle">
                <a:avLst/>
              </a:prstGeom>
              <a:solidFill>
                <a:srgbClr val="81818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en-GB" sz="1000" b="1" noProof="0">
                  <a:solidFill>
                    <a:srgbClr val="211F26"/>
                  </a:solidFill>
                  <a:latin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p:grpSp>
        <p:sp>
          <p:nvSpPr>
            <p:cNvPr id="29" name="Ovaal 28">
              <a:extLst>
                <a:ext uri="{FF2B5EF4-FFF2-40B4-BE49-F238E27FC236}">
                  <a16:creationId xmlns:a16="http://schemas.microsoft.com/office/drawing/2014/main" id="{7447DC81-DAF1-BC5C-7227-5C73C07C3A23}"/>
                </a:ext>
              </a:extLst>
            </p:cNvPr>
            <p:cNvSpPr/>
            <p:nvPr userDrawn="1"/>
          </p:nvSpPr>
          <p:spPr>
            <a:xfrm>
              <a:off x="-3603587" y="1811184"/>
              <a:ext cx="180000" cy="180000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wrap="none"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000" b="1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2</a:t>
              </a:r>
            </a:p>
          </p:txBody>
        </p:sp>
        <p:sp>
          <p:nvSpPr>
            <p:cNvPr id="30" name="Rechthoek 29">
              <a:extLst>
                <a:ext uri="{FF2B5EF4-FFF2-40B4-BE49-F238E27FC236}">
                  <a16:creationId xmlns:a16="http://schemas.microsoft.com/office/drawing/2014/main" id="{96DF473B-A274-D352-2252-11610BC8E15D}"/>
                </a:ext>
              </a:extLst>
            </p:cNvPr>
            <p:cNvSpPr/>
            <p:nvPr userDrawn="1"/>
          </p:nvSpPr>
          <p:spPr>
            <a:xfrm>
              <a:off x="-3319415" y="1811185"/>
              <a:ext cx="2944682" cy="326338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2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Select the preferred category and image</a:t>
              </a:r>
              <a:br>
                <a:rPr kumimoji="0" lang="en-GB" sz="12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</a:br>
              <a:r>
                <a:rPr kumimoji="0" lang="en-GB" sz="12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and click on  </a:t>
              </a:r>
              <a:r>
                <a:rPr kumimoji="0" lang="en-GB" sz="12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‘Insert’</a:t>
              </a:r>
              <a:r>
                <a:rPr kumimoji="0" lang="en-GB" sz="12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</a:rPr>
                <a:t>.</a:t>
              </a:r>
            </a:p>
          </p:txBody>
        </p:sp>
        <p:sp>
          <p:nvSpPr>
            <p:cNvPr id="31" name="Rechthoek 30">
              <a:extLst>
                <a:ext uri="{FF2B5EF4-FFF2-40B4-BE49-F238E27FC236}">
                  <a16:creationId xmlns:a16="http://schemas.microsoft.com/office/drawing/2014/main" id="{A14006B4-E1E5-D6BC-0279-4A3208C90474}"/>
                </a:ext>
              </a:extLst>
            </p:cNvPr>
            <p:cNvSpPr/>
            <p:nvPr userDrawn="1"/>
          </p:nvSpPr>
          <p:spPr>
            <a:xfrm>
              <a:off x="-3319415" y="2245760"/>
              <a:ext cx="825500" cy="209550"/>
            </a:xfrm>
            <a:prstGeom prst="rect">
              <a:avLst/>
            </a:prstGeom>
            <a:solidFill>
              <a:srgbClr val="1FF524"/>
            </a:solidFill>
            <a:ln w="127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</a:pPr>
              <a:r>
                <a:rPr lang="en-GB" sz="1000" b="1" noProof="0">
                  <a:solidFill>
                    <a:srgbClr val="211F26"/>
                  </a:solidFill>
                  <a:latin typeface="Calibri" panose="020F0502020204030204" pitchFamily="34" charset="0"/>
                  <a:cs typeface="Calibri" panose="020F0502020204030204" pitchFamily="34" charset="0"/>
                </a:rPr>
                <a:t>Insert</a:t>
              </a:r>
            </a:p>
          </p:txBody>
        </p:sp>
        <p:grpSp>
          <p:nvGrpSpPr>
            <p:cNvPr id="32" name="Groep 31">
              <a:extLst>
                <a:ext uri="{FF2B5EF4-FFF2-40B4-BE49-F238E27FC236}">
                  <a16:creationId xmlns:a16="http://schemas.microsoft.com/office/drawing/2014/main" id="{B30A9797-A377-19E2-5757-2556ABDBC3C1}"/>
                </a:ext>
              </a:extLst>
            </p:cNvPr>
            <p:cNvGrpSpPr/>
            <p:nvPr userDrawn="1"/>
          </p:nvGrpSpPr>
          <p:grpSpPr>
            <a:xfrm>
              <a:off x="-3365484" y="1226982"/>
              <a:ext cx="446937" cy="406485"/>
              <a:chOff x="-3563526" y="1409294"/>
              <a:chExt cx="354190" cy="322133"/>
            </a:xfrm>
          </p:grpSpPr>
          <p:grpSp>
            <p:nvGrpSpPr>
              <p:cNvPr id="33" name="Groep 32">
                <a:extLst>
                  <a:ext uri="{FF2B5EF4-FFF2-40B4-BE49-F238E27FC236}">
                    <a16:creationId xmlns:a16="http://schemas.microsoft.com/office/drawing/2014/main" id="{39696BC7-29FA-2D1C-435A-539D319391AC}"/>
                  </a:ext>
                </a:extLst>
              </p:cNvPr>
              <p:cNvGrpSpPr/>
              <p:nvPr userDrawn="1"/>
            </p:nvGrpSpPr>
            <p:grpSpPr>
              <a:xfrm>
                <a:off x="-3499992" y="1409294"/>
                <a:ext cx="225195" cy="195499"/>
                <a:chOff x="8987389" y="1361199"/>
                <a:chExt cx="2200275" cy="1914525"/>
              </a:xfrm>
            </p:grpSpPr>
            <p:sp>
              <p:nvSpPr>
                <p:cNvPr id="35" name="Vrije vorm: vorm 34">
                  <a:extLst>
                    <a:ext uri="{FF2B5EF4-FFF2-40B4-BE49-F238E27FC236}">
                      <a16:creationId xmlns:a16="http://schemas.microsoft.com/office/drawing/2014/main" id="{F3989D1B-0E51-EF74-F735-A317ADA5C7C0}"/>
                    </a:ext>
                  </a:extLst>
                </p:cNvPr>
                <p:cNvSpPr/>
                <p:nvPr/>
              </p:nvSpPr>
              <p:spPr>
                <a:xfrm>
                  <a:off x="9363620" y="1831738"/>
                  <a:ext cx="371477" cy="371472"/>
                </a:xfrm>
                <a:custGeom>
                  <a:avLst/>
                  <a:gdLst>
                    <a:gd name="connsiteX0" fmla="*/ 369094 w 371475"/>
                    <a:gd name="connsiteY0" fmla="*/ 188119 h 371475"/>
                    <a:gd name="connsiteX1" fmla="*/ 188119 w 371475"/>
                    <a:gd name="connsiteY1" fmla="*/ 369094 h 371475"/>
                    <a:gd name="connsiteX2" fmla="*/ 7144 w 371475"/>
                    <a:gd name="connsiteY2" fmla="*/ 188119 h 371475"/>
                    <a:gd name="connsiteX3" fmla="*/ 188119 w 371475"/>
                    <a:gd name="connsiteY3" fmla="*/ 7144 h 371475"/>
                    <a:gd name="connsiteX4" fmla="*/ 369094 w 371475"/>
                    <a:gd name="connsiteY4" fmla="*/ 188119 h 37147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71475" h="371475">
                      <a:moveTo>
                        <a:pt x="369094" y="188119"/>
                      </a:moveTo>
                      <a:cubicBezTo>
                        <a:pt x="369094" y="288068"/>
                        <a:pt x="288068" y="369094"/>
                        <a:pt x="188119" y="369094"/>
                      </a:cubicBezTo>
                      <a:cubicBezTo>
                        <a:pt x="88169" y="369094"/>
                        <a:pt x="7144" y="288068"/>
                        <a:pt x="7144" y="188119"/>
                      </a:cubicBezTo>
                      <a:cubicBezTo>
                        <a:pt x="7144" y="88169"/>
                        <a:pt x="88169" y="7144"/>
                        <a:pt x="188119" y="7144"/>
                      </a:cubicBezTo>
                      <a:cubicBezTo>
                        <a:pt x="288068" y="7144"/>
                        <a:pt x="369094" y="88169"/>
                        <a:pt x="369094" y="188119"/>
                      </a:cubicBezTo>
                      <a:close/>
                    </a:path>
                  </a:pathLst>
                </a:custGeom>
                <a:solidFill>
                  <a:srgbClr val="1FF524"/>
                </a:solidFill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pPr defTabSz="995469"/>
                  <a:endParaRPr lang="en-GB" sz="7200" noProof="0">
                    <a:solidFill>
                      <a:srgbClr val="211F26"/>
                    </a:solidFill>
                    <a:latin typeface="+mn-lt"/>
                  </a:endParaRPr>
                </a:p>
              </p:txBody>
            </p:sp>
            <p:grpSp>
              <p:nvGrpSpPr>
                <p:cNvPr id="36" name="Groep 35">
                  <a:extLst>
                    <a:ext uri="{FF2B5EF4-FFF2-40B4-BE49-F238E27FC236}">
                      <a16:creationId xmlns:a16="http://schemas.microsoft.com/office/drawing/2014/main" id="{5F6C71FC-BCA9-229A-F6C7-077055F79748}"/>
                    </a:ext>
                  </a:extLst>
                </p:cNvPr>
                <p:cNvGrpSpPr/>
                <p:nvPr/>
              </p:nvGrpSpPr>
              <p:grpSpPr>
                <a:xfrm>
                  <a:off x="8987389" y="1361199"/>
                  <a:ext cx="2200275" cy="1914525"/>
                  <a:chOff x="8987389" y="1361199"/>
                  <a:chExt cx="2200275" cy="1914525"/>
                </a:xfrm>
                <a:gradFill>
                  <a:gsLst>
                    <a:gs pos="0">
                      <a:srgbClr val="9D9FA1"/>
                    </a:gs>
                    <a:gs pos="70000">
                      <a:srgbClr val="211F26"/>
                    </a:gs>
                  </a:gsLst>
                  <a:lin ang="2700000" scaled="0"/>
                </a:gradFill>
              </p:grpSpPr>
              <p:sp>
                <p:nvSpPr>
                  <p:cNvPr id="37" name="Vrije vorm: vorm 36">
                    <a:extLst>
                      <a:ext uri="{FF2B5EF4-FFF2-40B4-BE49-F238E27FC236}">
                        <a16:creationId xmlns:a16="http://schemas.microsoft.com/office/drawing/2014/main" id="{5A41684E-F2CE-5023-633D-6D7337B8EC68}"/>
                      </a:ext>
                    </a:extLst>
                  </p:cNvPr>
                  <p:cNvSpPr/>
                  <p:nvPr/>
                </p:nvSpPr>
                <p:spPr>
                  <a:xfrm>
                    <a:off x="8987389" y="1361199"/>
                    <a:ext cx="2200275" cy="1914525"/>
                  </a:xfrm>
                  <a:custGeom>
                    <a:avLst/>
                    <a:gdLst>
                      <a:gd name="connsiteX0" fmla="*/ 7144 w 2200275"/>
                      <a:gd name="connsiteY0" fmla="*/ 7144 h 1914525"/>
                      <a:gd name="connsiteX1" fmla="*/ 7144 w 2200275"/>
                      <a:gd name="connsiteY1" fmla="*/ 245269 h 1914525"/>
                      <a:gd name="connsiteX2" fmla="*/ 432911 w 2200275"/>
                      <a:gd name="connsiteY2" fmla="*/ 245269 h 1914525"/>
                      <a:gd name="connsiteX3" fmla="*/ 432911 w 2200275"/>
                      <a:gd name="connsiteY3" fmla="*/ 245269 h 1914525"/>
                      <a:gd name="connsiteX4" fmla="*/ 1959769 w 2200275"/>
                      <a:gd name="connsiteY4" fmla="*/ 245269 h 1914525"/>
                      <a:gd name="connsiteX5" fmla="*/ 1959769 w 2200275"/>
                      <a:gd name="connsiteY5" fmla="*/ 1674019 h 1914525"/>
                      <a:gd name="connsiteX6" fmla="*/ 245269 w 2200275"/>
                      <a:gd name="connsiteY6" fmla="*/ 1674019 h 1914525"/>
                      <a:gd name="connsiteX7" fmla="*/ 245269 w 2200275"/>
                      <a:gd name="connsiteY7" fmla="*/ 350044 h 1914525"/>
                      <a:gd name="connsiteX8" fmla="*/ 7144 w 2200275"/>
                      <a:gd name="connsiteY8" fmla="*/ 350044 h 1914525"/>
                      <a:gd name="connsiteX9" fmla="*/ 7144 w 2200275"/>
                      <a:gd name="connsiteY9" fmla="*/ 1912144 h 1914525"/>
                      <a:gd name="connsiteX10" fmla="*/ 2197894 w 2200275"/>
                      <a:gd name="connsiteY10" fmla="*/ 1912144 h 1914525"/>
                      <a:gd name="connsiteX11" fmla="*/ 2197894 w 2200275"/>
                      <a:gd name="connsiteY11" fmla="*/ 7144 h 19145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</a:cxnLst>
                    <a:rect l="l" t="t" r="r" b="b"/>
                    <a:pathLst>
                      <a:path w="2200275" h="1914525">
                        <a:moveTo>
                          <a:pt x="7144" y="7144"/>
                        </a:moveTo>
                        <a:lnTo>
                          <a:pt x="7144" y="245269"/>
                        </a:lnTo>
                        <a:lnTo>
                          <a:pt x="432911" y="245269"/>
                        </a:lnTo>
                        <a:lnTo>
                          <a:pt x="432911" y="245269"/>
                        </a:lnTo>
                        <a:lnTo>
                          <a:pt x="1959769" y="245269"/>
                        </a:lnTo>
                        <a:lnTo>
                          <a:pt x="1959769" y="1674019"/>
                        </a:lnTo>
                        <a:lnTo>
                          <a:pt x="245269" y="1674019"/>
                        </a:lnTo>
                        <a:lnTo>
                          <a:pt x="245269" y="350044"/>
                        </a:lnTo>
                        <a:lnTo>
                          <a:pt x="7144" y="350044"/>
                        </a:lnTo>
                        <a:lnTo>
                          <a:pt x="7144" y="1912144"/>
                        </a:lnTo>
                        <a:lnTo>
                          <a:pt x="2197894" y="1912144"/>
                        </a:lnTo>
                        <a:lnTo>
                          <a:pt x="2197894" y="7144"/>
                        </a:ln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pPr defTabSz="995469"/>
                    <a:endParaRPr lang="en-GB" sz="7200" noProof="0">
                      <a:solidFill>
                        <a:srgbClr val="211F26"/>
                      </a:solidFill>
                      <a:latin typeface="+mn-lt"/>
                    </a:endParaRPr>
                  </a:p>
                </p:txBody>
              </p:sp>
              <p:sp>
                <p:nvSpPr>
                  <p:cNvPr id="38" name="Vrije vorm: vorm 37">
                    <a:extLst>
                      <a:ext uri="{FF2B5EF4-FFF2-40B4-BE49-F238E27FC236}">
                        <a16:creationId xmlns:a16="http://schemas.microsoft.com/office/drawing/2014/main" id="{262BF2D2-D3B0-7919-3557-F356FE484184}"/>
                      </a:ext>
                    </a:extLst>
                  </p:cNvPr>
                  <p:cNvSpPr/>
                  <p:nvPr/>
                </p:nvSpPr>
                <p:spPr>
                  <a:xfrm>
                    <a:off x="9362668" y="1953652"/>
                    <a:ext cx="1438273" cy="885828"/>
                  </a:xfrm>
                  <a:custGeom>
                    <a:avLst/>
                    <a:gdLst>
                      <a:gd name="connsiteX0" fmla="*/ 1070134 w 1438275"/>
                      <a:gd name="connsiteY0" fmla="*/ 7144 h 885825"/>
                      <a:gd name="connsiteX1" fmla="*/ 801529 w 1438275"/>
                      <a:gd name="connsiteY1" fmla="*/ 275749 h 885825"/>
                      <a:gd name="connsiteX2" fmla="*/ 662464 w 1438275"/>
                      <a:gd name="connsiteY2" fmla="*/ 137636 h 885825"/>
                      <a:gd name="connsiteX3" fmla="*/ 7144 w 1438275"/>
                      <a:gd name="connsiteY3" fmla="*/ 784384 h 885825"/>
                      <a:gd name="connsiteX4" fmla="*/ 108109 w 1438275"/>
                      <a:gd name="connsiteY4" fmla="*/ 885349 h 885825"/>
                      <a:gd name="connsiteX5" fmla="*/ 662464 w 1438275"/>
                      <a:gd name="connsiteY5" fmla="*/ 338614 h 885825"/>
                      <a:gd name="connsiteX6" fmla="*/ 928211 w 1438275"/>
                      <a:gd name="connsiteY6" fmla="*/ 605314 h 885825"/>
                      <a:gd name="connsiteX7" fmla="*/ 1029176 w 1438275"/>
                      <a:gd name="connsiteY7" fmla="*/ 503396 h 885825"/>
                      <a:gd name="connsiteX8" fmla="*/ 902494 w 1438275"/>
                      <a:gd name="connsiteY8" fmla="*/ 376714 h 885825"/>
                      <a:gd name="connsiteX9" fmla="*/ 1070134 w 1438275"/>
                      <a:gd name="connsiteY9" fmla="*/ 209074 h 885825"/>
                      <a:gd name="connsiteX10" fmla="*/ 1337786 w 1438275"/>
                      <a:gd name="connsiteY10" fmla="*/ 480536 h 885825"/>
                      <a:gd name="connsiteX11" fmla="*/ 1438751 w 1438275"/>
                      <a:gd name="connsiteY11" fmla="*/ 378619 h 8858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</a:cxnLst>
                    <a:rect l="l" t="t" r="r" b="b"/>
                    <a:pathLst>
                      <a:path w="1438275" h="885825">
                        <a:moveTo>
                          <a:pt x="1070134" y="7144"/>
                        </a:moveTo>
                        <a:lnTo>
                          <a:pt x="801529" y="275749"/>
                        </a:lnTo>
                        <a:lnTo>
                          <a:pt x="662464" y="137636"/>
                        </a:lnTo>
                        <a:lnTo>
                          <a:pt x="7144" y="784384"/>
                        </a:lnTo>
                        <a:lnTo>
                          <a:pt x="108109" y="885349"/>
                        </a:lnTo>
                        <a:lnTo>
                          <a:pt x="662464" y="338614"/>
                        </a:lnTo>
                        <a:lnTo>
                          <a:pt x="928211" y="605314"/>
                        </a:lnTo>
                        <a:lnTo>
                          <a:pt x="1029176" y="503396"/>
                        </a:lnTo>
                        <a:lnTo>
                          <a:pt x="902494" y="376714"/>
                        </a:lnTo>
                        <a:lnTo>
                          <a:pt x="1070134" y="209074"/>
                        </a:lnTo>
                        <a:lnTo>
                          <a:pt x="1337786" y="480536"/>
                        </a:lnTo>
                        <a:lnTo>
                          <a:pt x="1438751" y="378619"/>
                        </a:ln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pPr defTabSz="995469"/>
                    <a:endParaRPr lang="en-GB" sz="7200" noProof="0">
                      <a:solidFill>
                        <a:srgbClr val="211F26"/>
                      </a:solidFill>
                      <a:latin typeface="+mn-lt"/>
                    </a:endParaRPr>
                  </a:p>
                </p:txBody>
              </p:sp>
            </p:grpSp>
          </p:grpSp>
          <p:sp>
            <p:nvSpPr>
              <p:cNvPr id="34" name="Tekstvak 33">
                <a:extLst>
                  <a:ext uri="{FF2B5EF4-FFF2-40B4-BE49-F238E27FC236}">
                    <a16:creationId xmlns:a16="http://schemas.microsoft.com/office/drawing/2014/main" id="{447868DC-4E78-0363-A8D7-CF69A4909701}"/>
                  </a:ext>
                </a:extLst>
              </p:cNvPr>
              <p:cNvSpPr txBox="1"/>
              <p:nvPr userDrawn="1"/>
            </p:nvSpPr>
            <p:spPr>
              <a:xfrm>
                <a:off x="-3563526" y="1617700"/>
                <a:ext cx="354190" cy="113727"/>
              </a:xfrm>
              <a:prstGeom prst="rect">
                <a:avLst/>
              </a:prstGeom>
              <a:noFill/>
            </p:spPr>
            <p:txBody>
              <a:bodyPr wrap="square" lIns="0" tIns="18000" rIns="0" bIns="0" rtlCol="0" anchor="t"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1000" b="0" i="0" u="none" strike="noStrike" kern="0" cap="none" spc="0" normalizeH="0" baseline="0" noProof="0">
                    <a:ln>
                      <a:noFill/>
                    </a:ln>
                    <a:solidFill>
                      <a:srgbClr val="211F26"/>
                    </a:solidFill>
                    <a:effectLst/>
                    <a:uLnTx/>
                    <a:uFillTx/>
                    <a:latin typeface="Calibri" panose="020F0502020204030204" pitchFamily="34" charset="0"/>
                    <a:ea typeface="+mn-ea"/>
                    <a:cs typeface="Calibri" panose="020F0502020204030204" pitchFamily="34" charset="0"/>
                  </a:rPr>
                  <a:t>Images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4357046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titel 1">
            <a:extLst>
              <a:ext uri="{FF2B5EF4-FFF2-40B4-BE49-F238E27FC236}">
                <a16:creationId xmlns:a16="http://schemas.microsoft.com/office/drawing/2014/main" id="{219B37A3-82F2-45D5-868F-F00F93F6E7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8666" y="722454"/>
            <a:ext cx="10752610" cy="323409"/>
          </a:xfrm>
          <a:prstGeom prst="rect">
            <a:avLst/>
          </a:prstGeom>
        </p:spPr>
        <p:txBody>
          <a:bodyPr vert="horz" lIns="0" tIns="0" rIns="0" bIns="378000" rtlCol="0" anchor="t">
            <a:noAutofit/>
          </a:bodyPr>
          <a:lstStyle/>
          <a:p>
            <a:r>
              <a:rPr lang="en-GB" noProof="0"/>
              <a:t>Title goes here</a:t>
            </a:r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061B9A90-182E-49A3-8BF5-04F32288137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19138" y="1563938"/>
            <a:ext cx="10752137" cy="4433419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GB" noProof="0"/>
              <a:t>Bullet</a:t>
            </a:r>
          </a:p>
          <a:p>
            <a:pPr lvl="1"/>
            <a:r>
              <a:rPr lang="en-GB" noProof="0"/>
              <a:t>Sub-bullet </a:t>
            </a:r>
          </a:p>
          <a:p>
            <a:pPr lvl="2"/>
            <a:r>
              <a:rPr lang="en-GB" noProof="0"/>
              <a:t>Default text</a:t>
            </a:r>
            <a:br>
              <a:rPr lang="en-GB" noProof="0"/>
            </a:br>
            <a:endParaRPr lang="en-GB" noProof="0"/>
          </a:p>
          <a:p>
            <a:pPr lvl="3"/>
            <a:r>
              <a:rPr lang="en-GB" noProof="0"/>
              <a:t>Title/Quote</a:t>
            </a:r>
          </a:p>
          <a:p>
            <a:pPr lvl="4"/>
            <a:r>
              <a:rPr lang="en-GB" noProof="0"/>
              <a:t>Subtitle</a:t>
            </a:r>
          </a:p>
          <a:p>
            <a:pPr lvl="5"/>
            <a:r>
              <a:rPr lang="en-GB" noProof="0"/>
              <a:t>Default text</a:t>
            </a:r>
            <a:br>
              <a:rPr lang="en-GB" noProof="0"/>
            </a:br>
            <a:endParaRPr lang="en-GB" noProof="0"/>
          </a:p>
          <a:p>
            <a:pPr lvl="6"/>
            <a:r>
              <a:rPr lang="en-GB" noProof="0"/>
              <a:t>Numerical bullet</a:t>
            </a:r>
          </a:p>
          <a:p>
            <a:pPr lvl="7"/>
            <a:r>
              <a:rPr lang="en-GB" noProof="0"/>
              <a:t>Alphabetical bullet</a:t>
            </a:r>
          </a:p>
          <a:p>
            <a:pPr lvl="8"/>
            <a:r>
              <a:rPr lang="en-GB" noProof="0"/>
              <a:t>Source</a:t>
            </a:r>
          </a:p>
        </p:txBody>
      </p:sp>
      <p:grpSp>
        <p:nvGrpSpPr>
          <p:cNvPr id="15" name="GRID" hidden="1">
            <a:extLst>
              <a:ext uri="{FF2B5EF4-FFF2-40B4-BE49-F238E27FC236}">
                <a16:creationId xmlns:a16="http://schemas.microsoft.com/office/drawing/2014/main" id="{4129D105-9E64-446B-9706-45C80CEFF79A}"/>
              </a:ext>
            </a:extLst>
          </p:cNvPr>
          <p:cNvGrpSpPr/>
          <p:nvPr userDrawn="1"/>
        </p:nvGrpSpPr>
        <p:grpSpPr>
          <a:xfrm>
            <a:off x="-12032" y="0"/>
            <a:ext cx="12204032" cy="6858000"/>
            <a:chOff x="-12032" y="0"/>
            <a:chExt cx="12204032" cy="6858000"/>
          </a:xfrm>
        </p:grpSpPr>
        <p:sp>
          <p:nvSpPr>
            <p:cNvPr id="8" name="Rechthoek 7">
              <a:extLst>
                <a:ext uri="{FF2B5EF4-FFF2-40B4-BE49-F238E27FC236}">
                  <a16:creationId xmlns:a16="http://schemas.microsoft.com/office/drawing/2014/main" id="{7D9988B5-FF41-44BF-9EBA-8ED0383D0B4A}"/>
                </a:ext>
              </a:extLst>
            </p:cNvPr>
            <p:cNvSpPr/>
            <p:nvPr userDrawn="1"/>
          </p:nvSpPr>
          <p:spPr>
            <a:xfrm>
              <a:off x="-12032" y="0"/>
              <a:ext cx="12192000" cy="720000"/>
            </a:xfrm>
            <a:prstGeom prst="rect">
              <a:avLst/>
            </a:prstGeom>
            <a:solidFill>
              <a:schemeClr val="accent1"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noProof="0"/>
            </a:p>
          </p:txBody>
        </p:sp>
        <p:sp>
          <p:nvSpPr>
            <p:cNvPr id="12" name="Rechthoek 11">
              <a:extLst>
                <a:ext uri="{FF2B5EF4-FFF2-40B4-BE49-F238E27FC236}">
                  <a16:creationId xmlns:a16="http://schemas.microsoft.com/office/drawing/2014/main" id="{223B51F0-7066-4BAC-B391-CBE4243866E1}"/>
                </a:ext>
              </a:extLst>
            </p:cNvPr>
            <p:cNvSpPr/>
            <p:nvPr userDrawn="1"/>
          </p:nvSpPr>
          <p:spPr>
            <a:xfrm>
              <a:off x="0" y="0"/>
              <a:ext cx="720000" cy="6857999"/>
            </a:xfrm>
            <a:prstGeom prst="rect">
              <a:avLst/>
            </a:prstGeom>
            <a:solidFill>
              <a:schemeClr val="accent1"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noProof="0"/>
            </a:p>
          </p:txBody>
        </p:sp>
        <p:sp>
          <p:nvSpPr>
            <p:cNvPr id="13" name="Rechthoek 12">
              <a:extLst>
                <a:ext uri="{FF2B5EF4-FFF2-40B4-BE49-F238E27FC236}">
                  <a16:creationId xmlns:a16="http://schemas.microsoft.com/office/drawing/2014/main" id="{986314BC-5B6A-423E-A18F-BE67EEBFD0AA}"/>
                </a:ext>
              </a:extLst>
            </p:cNvPr>
            <p:cNvSpPr/>
            <p:nvPr userDrawn="1"/>
          </p:nvSpPr>
          <p:spPr>
            <a:xfrm>
              <a:off x="11472000" y="0"/>
              <a:ext cx="720000" cy="6857999"/>
            </a:xfrm>
            <a:prstGeom prst="rect">
              <a:avLst/>
            </a:prstGeom>
            <a:solidFill>
              <a:schemeClr val="accent1"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noProof="0"/>
            </a:p>
          </p:txBody>
        </p:sp>
        <p:sp>
          <p:nvSpPr>
            <p:cNvPr id="16" name="Rechthoek 15">
              <a:extLst>
                <a:ext uri="{FF2B5EF4-FFF2-40B4-BE49-F238E27FC236}">
                  <a16:creationId xmlns:a16="http://schemas.microsoft.com/office/drawing/2014/main" id="{459F3FC6-346A-4720-8A58-EF51F3E955F9}"/>
                </a:ext>
              </a:extLst>
            </p:cNvPr>
            <p:cNvSpPr/>
            <p:nvPr userDrawn="1"/>
          </p:nvSpPr>
          <p:spPr>
            <a:xfrm>
              <a:off x="0" y="1064525"/>
              <a:ext cx="12192000" cy="540000"/>
            </a:xfrm>
            <a:prstGeom prst="rect">
              <a:avLst/>
            </a:prstGeom>
            <a:solidFill>
              <a:schemeClr val="accent1"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noProof="0"/>
            </a:p>
          </p:txBody>
        </p:sp>
        <p:sp>
          <p:nvSpPr>
            <p:cNvPr id="17" name="Rechthoek 16">
              <a:extLst>
                <a:ext uri="{FF2B5EF4-FFF2-40B4-BE49-F238E27FC236}">
                  <a16:creationId xmlns:a16="http://schemas.microsoft.com/office/drawing/2014/main" id="{3D4E2D73-574C-4613-A3A4-5612A2E130A4}"/>
                </a:ext>
              </a:extLst>
            </p:cNvPr>
            <p:cNvSpPr/>
            <p:nvPr userDrawn="1"/>
          </p:nvSpPr>
          <p:spPr>
            <a:xfrm>
              <a:off x="0" y="6498000"/>
              <a:ext cx="12192000" cy="360000"/>
            </a:xfrm>
            <a:prstGeom prst="rect">
              <a:avLst/>
            </a:prstGeom>
            <a:solidFill>
              <a:schemeClr val="accent1"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noProof="0"/>
            </a:p>
          </p:txBody>
        </p:sp>
        <p:sp>
          <p:nvSpPr>
            <p:cNvPr id="18" name="Rechthoek 17">
              <a:extLst>
                <a:ext uri="{FF2B5EF4-FFF2-40B4-BE49-F238E27FC236}">
                  <a16:creationId xmlns:a16="http://schemas.microsoft.com/office/drawing/2014/main" id="{52775937-D9EA-4974-9459-412AF5D1CBD4}"/>
                </a:ext>
              </a:extLst>
            </p:cNvPr>
            <p:cNvSpPr/>
            <p:nvPr userDrawn="1"/>
          </p:nvSpPr>
          <p:spPr>
            <a:xfrm>
              <a:off x="0" y="5806208"/>
              <a:ext cx="12192000" cy="540000"/>
            </a:xfrm>
            <a:prstGeom prst="rect">
              <a:avLst/>
            </a:prstGeom>
            <a:solidFill>
              <a:schemeClr val="accent1"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noProof="0"/>
            </a:p>
          </p:txBody>
        </p:sp>
      </p:grpSp>
      <p:sp>
        <p:nvSpPr>
          <p:cNvPr id="20" name="Tekstvak 19">
            <a:extLst>
              <a:ext uri="{FF2B5EF4-FFF2-40B4-BE49-F238E27FC236}">
                <a16:creationId xmlns:a16="http://schemas.microsoft.com/office/drawing/2014/main" id="{88A106C3-3B5C-4817-A9B9-E1AA65368768}"/>
              </a:ext>
            </a:extLst>
          </p:cNvPr>
          <p:cNvSpPr txBox="1"/>
          <p:nvPr userDrawn="1"/>
        </p:nvSpPr>
        <p:spPr>
          <a:xfrm>
            <a:off x="0" y="-637132"/>
            <a:ext cx="565861" cy="169277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algn="l"/>
            <a:r>
              <a:rPr lang="en-GB" sz="1100" b="0" cap="all" baseline="0" noProof="0">
                <a:solidFill>
                  <a:schemeClr val="accent1"/>
                </a:solidFill>
                <a:latin typeface="+mn-lt"/>
              </a:rPr>
              <a:t>layout</a:t>
            </a:r>
          </a:p>
        </p:txBody>
      </p:sp>
      <p:sp>
        <p:nvSpPr>
          <p:cNvPr id="28" name="Tijdelijke aanduiding voor datum 3">
            <a:extLst>
              <a:ext uri="{FF2B5EF4-FFF2-40B4-BE49-F238E27FC236}">
                <a16:creationId xmlns:a16="http://schemas.microsoft.com/office/drawing/2014/main" id="{913F724C-C8A8-4D7C-A490-D6011A81D6C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0146569" y="6405669"/>
            <a:ext cx="766235" cy="184666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>
            <a:lvl1pPr algn="r">
              <a:defRPr sz="1200">
                <a:solidFill>
                  <a:schemeClr val="tx2"/>
                </a:solidFill>
                <a:latin typeface="+mn-lt"/>
                <a:cs typeface="Segoe UI Light" panose="020B0502040204020203" pitchFamily="34" charset="0"/>
              </a:defRPr>
            </a:lvl1pPr>
          </a:lstStyle>
          <a:p>
            <a:fld id="{1BDEED87-6B56-4161-9E14-2FCC2CD9D2C7}" type="datetime1">
              <a:rPr lang="nl-NL" smtClean="0"/>
              <a:t>12-6-2026</a:t>
            </a:fld>
            <a:endParaRPr lang="en-GB"/>
          </a:p>
        </p:txBody>
      </p:sp>
      <p:sp>
        <p:nvSpPr>
          <p:cNvPr id="30" name="Tijdelijke aanduiding voor dianummer 5">
            <a:extLst>
              <a:ext uri="{FF2B5EF4-FFF2-40B4-BE49-F238E27FC236}">
                <a16:creationId xmlns:a16="http://schemas.microsoft.com/office/drawing/2014/main" id="{97B5FD88-660A-4FF5-BB5B-19029FB6121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178464" y="6405669"/>
            <a:ext cx="291298" cy="184666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>
            <a:lvl1pPr algn="r">
              <a:defRPr sz="1200" b="1">
                <a:solidFill>
                  <a:schemeClr val="tx2"/>
                </a:solidFill>
                <a:latin typeface="+mj-lt"/>
                <a:cs typeface="Segoe UI Light" panose="020B0502040204020203" pitchFamily="34" charset="0"/>
              </a:defRPr>
            </a:lvl1pPr>
          </a:lstStyle>
          <a:p>
            <a:fld id="{9E843DB9-9987-4157-AB9C-CEA8D7D910BB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4" name="Tekstvak 3">
            <a:extLst>
              <a:ext uri="{FF2B5EF4-FFF2-40B4-BE49-F238E27FC236}">
                <a16:creationId xmlns:a16="http://schemas.microsoft.com/office/drawing/2014/main" id="{A36EA4FA-0B8A-4FA4-3D23-C40FA12DDAC9}"/>
              </a:ext>
            </a:extLst>
          </p:cNvPr>
          <p:cNvSpPr txBox="1"/>
          <p:nvPr userDrawn="1"/>
        </p:nvSpPr>
        <p:spPr>
          <a:xfrm>
            <a:off x="10912804" y="-1278897"/>
            <a:ext cx="1279196" cy="169277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algn="r"/>
            <a:r>
              <a:rPr lang="en-GB" sz="1100" b="0" cap="all" baseline="0" noProof="0">
                <a:solidFill>
                  <a:schemeClr val="accent1"/>
                </a:solidFill>
                <a:latin typeface="+mn-lt"/>
              </a:rPr>
              <a:t>Primary colors</a:t>
            </a:r>
          </a:p>
        </p:txBody>
      </p:sp>
      <p:grpSp>
        <p:nvGrpSpPr>
          <p:cNvPr id="34" name="Groep 33">
            <a:extLst>
              <a:ext uri="{FF2B5EF4-FFF2-40B4-BE49-F238E27FC236}">
                <a16:creationId xmlns:a16="http://schemas.microsoft.com/office/drawing/2014/main" id="{0B508182-1D94-6963-6E0B-93418D7C8B8D}"/>
              </a:ext>
            </a:extLst>
          </p:cNvPr>
          <p:cNvGrpSpPr/>
          <p:nvPr userDrawn="1"/>
        </p:nvGrpSpPr>
        <p:grpSpPr>
          <a:xfrm>
            <a:off x="11552188" y="-1016102"/>
            <a:ext cx="639812" cy="180000"/>
            <a:chOff x="11552188" y="-1016102"/>
            <a:chExt cx="639812" cy="180000"/>
          </a:xfrm>
        </p:grpSpPr>
        <p:sp>
          <p:nvSpPr>
            <p:cNvPr id="5" name="Rechthoek 4">
              <a:extLst>
                <a:ext uri="{FF2B5EF4-FFF2-40B4-BE49-F238E27FC236}">
                  <a16:creationId xmlns:a16="http://schemas.microsoft.com/office/drawing/2014/main" id="{720EF2DF-3730-F6B5-403F-A5D9B50AA329}"/>
                </a:ext>
              </a:extLst>
            </p:cNvPr>
            <p:cNvSpPr/>
            <p:nvPr userDrawn="1"/>
          </p:nvSpPr>
          <p:spPr>
            <a:xfrm>
              <a:off x="12012000" y="-1016102"/>
              <a:ext cx="180000" cy="180000"/>
            </a:xfrm>
            <a:prstGeom prst="rect">
              <a:avLst/>
            </a:prstGeom>
            <a:solidFill>
              <a:schemeClr val="tx2"/>
            </a:solidFill>
            <a:ln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44000" tIns="144000" rIns="144000" bIns="144000" rtlCol="0" anchor="ctr"/>
            <a:lstStyle/>
            <a:p>
              <a:pPr algn="ctr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endParaRPr lang="en-GB" sz="1600" err="1"/>
            </a:p>
          </p:txBody>
        </p:sp>
        <p:sp>
          <p:nvSpPr>
            <p:cNvPr id="7" name="Rechthoek 6">
              <a:extLst>
                <a:ext uri="{FF2B5EF4-FFF2-40B4-BE49-F238E27FC236}">
                  <a16:creationId xmlns:a16="http://schemas.microsoft.com/office/drawing/2014/main" id="{23A4CEB5-B6FA-9B7A-B2D0-072AAA09C577}"/>
                </a:ext>
              </a:extLst>
            </p:cNvPr>
            <p:cNvSpPr/>
            <p:nvPr userDrawn="1"/>
          </p:nvSpPr>
          <p:spPr>
            <a:xfrm>
              <a:off x="11782094" y="-1016102"/>
              <a:ext cx="180000" cy="180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44000" tIns="144000" rIns="144000" bIns="144000" rtlCol="0" anchor="ctr"/>
            <a:lstStyle/>
            <a:p>
              <a:pPr algn="ctr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endParaRPr lang="en-GB" sz="1600" err="1"/>
            </a:p>
          </p:txBody>
        </p:sp>
        <p:sp>
          <p:nvSpPr>
            <p:cNvPr id="9" name="Rechthoek 8">
              <a:extLst>
                <a:ext uri="{FF2B5EF4-FFF2-40B4-BE49-F238E27FC236}">
                  <a16:creationId xmlns:a16="http://schemas.microsoft.com/office/drawing/2014/main" id="{E5A8DA9B-2314-02C7-0DB4-B1D5CD8DF2E4}"/>
                </a:ext>
              </a:extLst>
            </p:cNvPr>
            <p:cNvSpPr/>
            <p:nvPr userDrawn="1"/>
          </p:nvSpPr>
          <p:spPr>
            <a:xfrm>
              <a:off x="11552188" y="-1016102"/>
              <a:ext cx="180000" cy="180000"/>
            </a:xfrm>
            <a:prstGeom prst="rect">
              <a:avLst/>
            </a:prstGeom>
            <a:solidFill>
              <a:schemeClr val="accent1"/>
            </a:solidFill>
            <a:ln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44000" tIns="144000" rIns="144000" bIns="144000" rtlCol="0" anchor="ctr"/>
            <a:lstStyle/>
            <a:p>
              <a:pPr algn="ctr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endParaRPr lang="en-GB" sz="1600" err="1"/>
            </a:p>
          </p:txBody>
        </p:sp>
      </p:grpSp>
      <p:sp>
        <p:nvSpPr>
          <p:cNvPr id="10" name="Tekstvak 9">
            <a:extLst>
              <a:ext uri="{FF2B5EF4-FFF2-40B4-BE49-F238E27FC236}">
                <a16:creationId xmlns:a16="http://schemas.microsoft.com/office/drawing/2014/main" id="{712FF8BF-FF57-497C-6D6E-58F4046DC0E4}"/>
              </a:ext>
            </a:extLst>
          </p:cNvPr>
          <p:cNvSpPr txBox="1"/>
          <p:nvPr userDrawn="1"/>
        </p:nvSpPr>
        <p:spPr>
          <a:xfrm>
            <a:off x="10659528" y="-674002"/>
            <a:ext cx="1532472" cy="169277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algn="r"/>
            <a:r>
              <a:rPr lang="en-GB" sz="1100" b="0" cap="all" baseline="0" noProof="0">
                <a:solidFill>
                  <a:schemeClr val="accent1"/>
                </a:solidFill>
                <a:latin typeface="+mn-lt"/>
              </a:rPr>
              <a:t>secondary colors</a:t>
            </a:r>
          </a:p>
        </p:txBody>
      </p:sp>
      <p:grpSp>
        <p:nvGrpSpPr>
          <p:cNvPr id="33" name="Groep 32">
            <a:extLst>
              <a:ext uri="{FF2B5EF4-FFF2-40B4-BE49-F238E27FC236}">
                <a16:creationId xmlns:a16="http://schemas.microsoft.com/office/drawing/2014/main" id="{B444FEF0-EF23-9A75-C7DB-63258A64F5A1}"/>
              </a:ext>
            </a:extLst>
          </p:cNvPr>
          <p:cNvGrpSpPr/>
          <p:nvPr userDrawn="1"/>
        </p:nvGrpSpPr>
        <p:grpSpPr>
          <a:xfrm>
            <a:off x="9687884" y="-411207"/>
            <a:ext cx="2504116" cy="180000"/>
            <a:chOff x="9687884" y="-411207"/>
            <a:chExt cx="2504116" cy="180000"/>
          </a:xfrm>
        </p:grpSpPr>
        <p:sp>
          <p:nvSpPr>
            <p:cNvPr id="11" name="Rechthoek 10">
              <a:extLst>
                <a:ext uri="{FF2B5EF4-FFF2-40B4-BE49-F238E27FC236}">
                  <a16:creationId xmlns:a16="http://schemas.microsoft.com/office/drawing/2014/main" id="{F5BB984B-89D0-74F4-7C23-3CB60BB6C322}"/>
                </a:ext>
              </a:extLst>
            </p:cNvPr>
            <p:cNvSpPr/>
            <p:nvPr userDrawn="1"/>
          </p:nvSpPr>
          <p:spPr>
            <a:xfrm>
              <a:off x="12012000" y="-411207"/>
              <a:ext cx="180000" cy="180000"/>
            </a:xfrm>
            <a:prstGeom prst="rect">
              <a:avLst/>
            </a:prstGeom>
            <a:solidFill>
              <a:srgbClr val="009B77"/>
            </a:solidFill>
            <a:ln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44000" tIns="144000" rIns="144000" bIns="144000" rtlCol="0" anchor="ctr"/>
            <a:lstStyle/>
            <a:p>
              <a:pPr algn="ctr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endParaRPr lang="en-GB" sz="1600" err="1"/>
            </a:p>
          </p:txBody>
        </p:sp>
        <p:sp>
          <p:nvSpPr>
            <p:cNvPr id="14" name="Rechthoek 13">
              <a:extLst>
                <a:ext uri="{FF2B5EF4-FFF2-40B4-BE49-F238E27FC236}">
                  <a16:creationId xmlns:a16="http://schemas.microsoft.com/office/drawing/2014/main" id="{1983FD3B-3516-2897-57E9-D8EFBFF1423C}"/>
                </a:ext>
              </a:extLst>
            </p:cNvPr>
            <p:cNvSpPr/>
            <p:nvPr userDrawn="1"/>
          </p:nvSpPr>
          <p:spPr>
            <a:xfrm>
              <a:off x="11782094" y="-411207"/>
              <a:ext cx="180000" cy="180000"/>
            </a:xfrm>
            <a:prstGeom prst="rect">
              <a:avLst/>
            </a:prstGeom>
            <a:solidFill>
              <a:srgbClr val="6CC24A"/>
            </a:solidFill>
            <a:ln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44000" tIns="144000" rIns="144000" bIns="144000" rtlCol="0" anchor="ctr"/>
            <a:lstStyle/>
            <a:p>
              <a:pPr algn="ctr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endParaRPr lang="en-GB" sz="1600" err="1"/>
            </a:p>
          </p:txBody>
        </p:sp>
        <p:sp>
          <p:nvSpPr>
            <p:cNvPr id="19" name="Rechthoek 18">
              <a:extLst>
                <a:ext uri="{FF2B5EF4-FFF2-40B4-BE49-F238E27FC236}">
                  <a16:creationId xmlns:a16="http://schemas.microsoft.com/office/drawing/2014/main" id="{4571E6D2-E9F3-1013-DDA9-BF3005A09B29}"/>
                </a:ext>
              </a:extLst>
            </p:cNvPr>
            <p:cNvSpPr/>
            <p:nvPr userDrawn="1"/>
          </p:nvSpPr>
          <p:spPr>
            <a:xfrm>
              <a:off x="11552188" y="-411207"/>
              <a:ext cx="180000" cy="180000"/>
            </a:xfrm>
            <a:prstGeom prst="rect">
              <a:avLst/>
            </a:prstGeom>
            <a:solidFill>
              <a:srgbClr val="FFB81C"/>
            </a:solidFill>
            <a:ln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44000" tIns="144000" rIns="144000" bIns="144000" rtlCol="0" anchor="ctr"/>
            <a:lstStyle/>
            <a:p>
              <a:pPr algn="ctr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endParaRPr lang="en-GB" sz="1600" err="1"/>
            </a:p>
          </p:txBody>
        </p:sp>
        <p:sp>
          <p:nvSpPr>
            <p:cNvPr id="22" name="Rechthoek 21">
              <a:extLst>
                <a:ext uri="{FF2B5EF4-FFF2-40B4-BE49-F238E27FC236}">
                  <a16:creationId xmlns:a16="http://schemas.microsoft.com/office/drawing/2014/main" id="{CF1B44D4-9C02-CF5C-268C-96E45AF98657}"/>
                </a:ext>
              </a:extLst>
            </p:cNvPr>
            <p:cNvSpPr/>
            <p:nvPr userDrawn="1"/>
          </p:nvSpPr>
          <p:spPr>
            <a:xfrm>
              <a:off x="11316018" y="-411207"/>
              <a:ext cx="180000" cy="180000"/>
            </a:xfrm>
            <a:prstGeom prst="rect">
              <a:avLst/>
            </a:prstGeom>
            <a:solidFill>
              <a:srgbClr val="EC6842"/>
            </a:solidFill>
            <a:ln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44000" tIns="144000" rIns="144000" bIns="144000" rtlCol="0" anchor="ctr"/>
            <a:lstStyle/>
            <a:p>
              <a:pPr algn="ctr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endParaRPr lang="en-GB" sz="1600" err="1"/>
            </a:p>
          </p:txBody>
        </p:sp>
        <p:sp>
          <p:nvSpPr>
            <p:cNvPr id="23" name="Rechthoek 22">
              <a:extLst>
                <a:ext uri="{FF2B5EF4-FFF2-40B4-BE49-F238E27FC236}">
                  <a16:creationId xmlns:a16="http://schemas.microsoft.com/office/drawing/2014/main" id="{E2214C65-E16E-D1A0-F56E-A8E35340AF61}"/>
                </a:ext>
              </a:extLst>
            </p:cNvPr>
            <p:cNvSpPr/>
            <p:nvPr userDrawn="1"/>
          </p:nvSpPr>
          <p:spPr>
            <a:xfrm>
              <a:off x="11086112" y="-411207"/>
              <a:ext cx="180000" cy="180000"/>
            </a:xfrm>
            <a:prstGeom prst="rect">
              <a:avLst/>
            </a:prstGeom>
            <a:solidFill>
              <a:srgbClr val="E03C31"/>
            </a:solidFill>
            <a:ln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44000" tIns="144000" rIns="144000" bIns="144000" rtlCol="0" anchor="ctr"/>
            <a:lstStyle/>
            <a:p>
              <a:pPr algn="ctr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endParaRPr lang="en-GB" sz="1600" err="1"/>
            </a:p>
          </p:txBody>
        </p:sp>
        <p:sp>
          <p:nvSpPr>
            <p:cNvPr id="24" name="Rechthoek 23">
              <a:extLst>
                <a:ext uri="{FF2B5EF4-FFF2-40B4-BE49-F238E27FC236}">
                  <a16:creationId xmlns:a16="http://schemas.microsoft.com/office/drawing/2014/main" id="{55D9D295-9730-83B0-9A87-AE6384CA7F82}"/>
                </a:ext>
              </a:extLst>
            </p:cNvPr>
            <p:cNvSpPr/>
            <p:nvPr userDrawn="1"/>
          </p:nvSpPr>
          <p:spPr>
            <a:xfrm>
              <a:off x="10856206" y="-411207"/>
              <a:ext cx="180000" cy="180000"/>
            </a:xfrm>
            <a:prstGeom prst="rect">
              <a:avLst/>
            </a:prstGeom>
            <a:solidFill>
              <a:srgbClr val="A50034"/>
            </a:solidFill>
            <a:ln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44000" tIns="144000" rIns="144000" bIns="144000" rtlCol="0" anchor="ctr"/>
            <a:lstStyle/>
            <a:p>
              <a:pPr algn="ctr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endParaRPr lang="en-GB" sz="1600" err="1"/>
            </a:p>
          </p:txBody>
        </p:sp>
        <p:sp>
          <p:nvSpPr>
            <p:cNvPr id="25" name="Rechthoek 24">
              <a:extLst>
                <a:ext uri="{FF2B5EF4-FFF2-40B4-BE49-F238E27FC236}">
                  <a16:creationId xmlns:a16="http://schemas.microsoft.com/office/drawing/2014/main" id="{FD3CB985-76FB-1138-7ABB-C2AEA27C3BA6}"/>
                </a:ext>
              </a:extLst>
            </p:cNvPr>
            <p:cNvSpPr/>
            <p:nvPr userDrawn="1"/>
          </p:nvSpPr>
          <p:spPr>
            <a:xfrm>
              <a:off x="10620036" y="-411207"/>
              <a:ext cx="180000" cy="180000"/>
            </a:xfrm>
            <a:prstGeom prst="rect">
              <a:avLst/>
            </a:prstGeom>
            <a:solidFill>
              <a:srgbClr val="EF60A3"/>
            </a:solidFill>
            <a:ln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44000" tIns="144000" rIns="144000" bIns="144000" rtlCol="0" anchor="ctr"/>
            <a:lstStyle/>
            <a:p>
              <a:pPr algn="ctr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endParaRPr lang="en-GB" sz="1600" err="1"/>
            </a:p>
          </p:txBody>
        </p:sp>
        <p:sp>
          <p:nvSpPr>
            <p:cNvPr id="26" name="Rechthoek 25">
              <a:extLst>
                <a:ext uri="{FF2B5EF4-FFF2-40B4-BE49-F238E27FC236}">
                  <a16:creationId xmlns:a16="http://schemas.microsoft.com/office/drawing/2014/main" id="{3017B0A1-3059-6859-5F3B-486053D198C9}"/>
                </a:ext>
              </a:extLst>
            </p:cNvPr>
            <p:cNvSpPr/>
            <p:nvPr userDrawn="1"/>
          </p:nvSpPr>
          <p:spPr>
            <a:xfrm>
              <a:off x="10383866" y="-411207"/>
              <a:ext cx="180000" cy="180000"/>
            </a:xfrm>
            <a:prstGeom prst="rect">
              <a:avLst/>
            </a:prstGeom>
            <a:solidFill>
              <a:srgbClr val="6F1D77"/>
            </a:solidFill>
            <a:ln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44000" tIns="144000" rIns="144000" bIns="144000" rtlCol="0" anchor="ctr"/>
            <a:lstStyle/>
            <a:p>
              <a:pPr algn="ctr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endParaRPr lang="en-GB" sz="1600" err="1"/>
            </a:p>
          </p:txBody>
        </p:sp>
        <p:sp>
          <p:nvSpPr>
            <p:cNvPr id="27" name="Rechthoek 26">
              <a:extLst>
                <a:ext uri="{FF2B5EF4-FFF2-40B4-BE49-F238E27FC236}">
                  <a16:creationId xmlns:a16="http://schemas.microsoft.com/office/drawing/2014/main" id="{5DF6D8A2-044B-9B72-D264-D10733D97156}"/>
                </a:ext>
              </a:extLst>
            </p:cNvPr>
            <p:cNvSpPr/>
            <p:nvPr userDrawn="1"/>
          </p:nvSpPr>
          <p:spPr>
            <a:xfrm>
              <a:off x="10153960" y="-411207"/>
              <a:ext cx="180000" cy="180000"/>
            </a:xfrm>
            <a:prstGeom prst="rect">
              <a:avLst/>
            </a:prstGeom>
            <a:solidFill>
              <a:srgbClr val="0076C2"/>
            </a:solidFill>
            <a:ln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44000" tIns="144000" rIns="144000" bIns="144000" rtlCol="0" anchor="ctr"/>
            <a:lstStyle/>
            <a:p>
              <a:pPr algn="ctr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endParaRPr lang="en-GB" sz="1600" err="1"/>
            </a:p>
          </p:txBody>
        </p:sp>
        <p:sp>
          <p:nvSpPr>
            <p:cNvPr id="31" name="Rechthoek 30">
              <a:extLst>
                <a:ext uri="{FF2B5EF4-FFF2-40B4-BE49-F238E27FC236}">
                  <a16:creationId xmlns:a16="http://schemas.microsoft.com/office/drawing/2014/main" id="{A9F4A9AC-B678-77B2-2E58-722942DB0831}"/>
                </a:ext>
              </a:extLst>
            </p:cNvPr>
            <p:cNvSpPr/>
            <p:nvPr userDrawn="1"/>
          </p:nvSpPr>
          <p:spPr>
            <a:xfrm>
              <a:off x="9924054" y="-411207"/>
              <a:ext cx="180000" cy="180000"/>
            </a:xfrm>
            <a:prstGeom prst="rect">
              <a:avLst/>
            </a:prstGeom>
            <a:solidFill>
              <a:srgbClr val="00B8C8"/>
            </a:solidFill>
            <a:ln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44000" tIns="144000" rIns="144000" bIns="144000" rtlCol="0" anchor="ctr"/>
            <a:lstStyle/>
            <a:p>
              <a:pPr algn="ctr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endParaRPr lang="en-GB" sz="1600" err="1"/>
            </a:p>
          </p:txBody>
        </p:sp>
        <p:sp>
          <p:nvSpPr>
            <p:cNvPr id="32" name="Rechthoek 31">
              <a:extLst>
                <a:ext uri="{FF2B5EF4-FFF2-40B4-BE49-F238E27FC236}">
                  <a16:creationId xmlns:a16="http://schemas.microsoft.com/office/drawing/2014/main" id="{4A95EB90-8972-7E8F-BE91-33A15F9A2648}"/>
                </a:ext>
              </a:extLst>
            </p:cNvPr>
            <p:cNvSpPr/>
            <p:nvPr userDrawn="1"/>
          </p:nvSpPr>
          <p:spPr>
            <a:xfrm>
              <a:off x="9687884" y="-411207"/>
              <a:ext cx="180000" cy="180000"/>
            </a:xfrm>
            <a:prstGeom prst="rect">
              <a:avLst/>
            </a:prstGeom>
            <a:solidFill>
              <a:srgbClr val="0C2340"/>
            </a:solidFill>
            <a:ln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44000" tIns="144000" rIns="144000" bIns="144000" rtlCol="0" anchor="ctr"/>
            <a:lstStyle/>
            <a:p>
              <a:pPr algn="ctr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endParaRPr lang="en-GB" sz="1600" err="1"/>
            </a:p>
          </p:txBody>
        </p:sp>
      </p:grpSp>
      <p:grpSp>
        <p:nvGrpSpPr>
          <p:cNvPr id="51" name="Groep 50">
            <a:extLst>
              <a:ext uri="{FF2B5EF4-FFF2-40B4-BE49-F238E27FC236}">
                <a16:creationId xmlns:a16="http://schemas.microsoft.com/office/drawing/2014/main" id="{2FE40E40-1FE1-302C-7401-1188F7C3C956}"/>
              </a:ext>
            </a:extLst>
          </p:cNvPr>
          <p:cNvGrpSpPr/>
          <p:nvPr userDrawn="1"/>
        </p:nvGrpSpPr>
        <p:grpSpPr>
          <a:xfrm>
            <a:off x="721079" y="6216736"/>
            <a:ext cx="961200" cy="381600"/>
            <a:chOff x="2807303" y="2354764"/>
            <a:chExt cx="944974" cy="368527"/>
          </a:xfrm>
        </p:grpSpPr>
        <p:sp>
          <p:nvSpPr>
            <p:cNvPr id="43" name="Vrije vorm: vorm 42">
              <a:extLst>
                <a:ext uri="{FF2B5EF4-FFF2-40B4-BE49-F238E27FC236}">
                  <a16:creationId xmlns:a16="http://schemas.microsoft.com/office/drawing/2014/main" id="{8EAAA39B-E62F-1A64-6EB9-16C279742FCC}"/>
                </a:ext>
              </a:extLst>
            </p:cNvPr>
            <p:cNvSpPr/>
            <p:nvPr/>
          </p:nvSpPr>
          <p:spPr>
            <a:xfrm>
              <a:off x="2994660" y="2537173"/>
              <a:ext cx="174307" cy="186023"/>
            </a:xfrm>
            <a:custGeom>
              <a:avLst/>
              <a:gdLst>
                <a:gd name="connsiteX0" fmla="*/ 87154 w 174307"/>
                <a:gd name="connsiteY0" fmla="*/ 150686 h 186023"/>
                <a:gd name="connsiteX1" fmla="*/ 123825 w 174307"/>
                <a:gd name="connsiteY1" fmla="*/ 112776 h 186023"/>
                <a:gd name="connsiteX2" fmla="*/ 123825 w 174307"/>
                <a:gd name="connsiteY2" fmla="*/ 0 h 186023"/>
                <a:gd name="connsiteX3" fmla="*/ 174307 w 174307"/>
                <a:gd name="connsiteY3" fmla="*/ 0 h 186023"/>
                <a:gd name="connsiteX4" fmla="*/ 174307 w 174307"/>
                <a:gd name="connsiteY4" fmla="*/ 115348 h 186023"/>
                <a:gd name="connsiteX5" fmla="*/ 87154 w 174307"/>
                <a:gd name="connsiteY5" fmla="*/ 186023 h 186023"/>
                <a:gd name="connsiteX6" fmla="*/ 0 w 174307"/>
                <a:gd name="connsiteY6" fmla="*/ 115348 h 186023"/>
                <a:gd name="connsiteX7" fmla="*/ 0 w 174307"/>
                <a:gd name="connsiteY7" fmla="*/ 0 h 186023"/>
                <a:gd name="connsiteX8" fmla="*/ 50482 w 174307"/>
                <a:gd name="connsiteY8" fmla="*/ 0 h 186023"/>
                <a:gd name="connsiteX9" fmla="*/ 50482 w 174307"/>
                <a:gd name="connsiteY9" fmla="*/ 112776 h 186023"/>
                <a:gd name="connsiteX10" fmla="*/ 87154 w 174307"/>
                <a:gd name="connsiteY10" fmla="*/ 150686 h 1860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74307" h="186023">
                  <a:moveTo>
                    <a:pt x="87154" y="150686"/>
                  </a:moveTo>
                  <a:cubicBezTo>
                    <a:pt x="110871" y="150686"/>
                    <a:pt x="123825" y="134874"/>
                    <a:pt x="123825" y="112776"/>
                  </a:cubicBezTo>
                  <a:lnTo>
                    <a:pt x="123825" y="0"/>
                  </a:lnTo>
                  <a:lnTo>
                    <a:pt x="174307" y="0"/>
                  </a:lnTo>
                  <a:lnTo>
                    <a:pt x="174307" y="115348"/>
                  </a:lnTo>
                  <a:cubicBezTo>
                    <a:pt x="173831" y="166116"/>
                    <a:pt x="133159" y="186023"/>
                    <a:pt x="87154" y="186023"/>
                  </a:cubicBezTo>
                  <a:cubicBezTo>
                    <a:pt x="41148" y="186023"/>
                    <a:pt x="571" y="166116"/>
                    <a:pt x="0" y="115348"/>
                  </a:cubicBezTo>
                  <a:lnTo>
                    <a:pt x="0" y="0"/>
                  </a:lnTo>
                  <a:lnTo>
                    <a:pt x="50482" y="0"/>
                  </a:lnTo>
                  <a:lnTo>
                    <a:pt x="50482" y="112776"/>
                  </a:lnTo>
                  <a:cubicBezTo>
                    <a:pt x="50578" y="134874"/>
                    <a:pt x="63436" y="150686"/>
                    <a:pt x="87154" y="150686"/>
                  </a:cubicBezTo>
                  <a:close/>
                </a:path>
              </a:pathLst>
            </a:custGeom>
            <a:solidFill>
              <a:srgbClr val="00A6D6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44" name="Vrije vorm: vorm 43">
              <a:extLst>
                <a:ext uri="{FF2B5EF4-FFF2-40B4-BE49-F238E27FC236}">
                  <a16:creationId xmlns:a16="http://schemas.microsoft.com/office/drawing/2014/main" id="{36236F46-513D-1509-49B4-C9540C747A7E}"/>
                </a:ext>
              </a:extLst>
            </p:cNvPr>
            <p:cNvSpPr/>
            <p:nvPr/>
          </p:nvSpPr>
          <p:spPr>
            <a:xfrm>
              <a:off x="2807303" y="2537173"/>
              <a:ext cx="163639" cy="182213"/>
            </a:xfrm>
            <a:custGeom>
              <a:avLst/>
              <a:gdLst>
                <a:gd name="connsiteX0" fmla="*/ 56578 w 163639"/>
                <a:gd name="connsiteY0" fmla="*/ 182213 h 182213"/>
                <a:gd name="connsiteX1" fmla="*/ 107061 w 163639"/>
                <a:gd name="connsiteY1" fmla="*/ 182213 h 182213"/>
                <a:gd name="connsiteX2" fmla="*/ 107061 w 163639"/>
                <a:gd name="connsiteY2" fmla="*/ 35338 h 182213"/>
                <a:gd name="connsiteX3" fmla="*/ 163640 w 163639"/>
                <a:gd name="connsiteY3" fmla="*/ 35338 h 182213"/>
                <a:gd name="connsiteX4" fmla="*/ 163640 w 163639"/>
                <a:gd name="connsiteY4" fmla="*/ 0 h 182213"/>
                <a:gd name="connsiteX5" fmla="*/ 0 w 163639"/>
                <a:gd name="connsiteY5" fmla="*/ 0 h 182213"/>
                <a:gd name="connsiteX6" fmla="*/ 0 w 163639"/>
                <a:gd name="connsiteY6" fmla="*/ 35338 h 182213"/>
                <a:gd name="connsiteX7" fmla="*/ 56578 w 163639"/>
                <a:gd name="connsiteY7" fmla="*/ 35338 h 1822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63639" h="182213">
                  <a:moveTo>
                    <a:pt x="56578" y="182213"/>
                  </a:moveTo>
                  <a:lnTo>
                    <a:pt x="107061" y="182213"/>
                  </a:lnTo>
                  <a:lnTo>
                    <a:pt x="107061" y="35338"/>
                  </a:lnTo>
                  <a:lnTo>
                    <a:pt x="163640" y="35338"/>
                  </a:lnTo>
                  <a:lnTo>
                    <a:pt x="163640" y="0"/>
                  </a:lnTo>
                  <a:lnTo>
                    <a:pt x="0" y="0"/>
                  </a:lnTo>
                  <a:lnTo>
                    <a:pt x="0" y="35338"/>
                  </a:lnTo>
                  <a:lnTo>
                    <a:pt x="56578" y="35338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45" name="Vrije vorm: vorm 44">
              <a:extLst>
                <a:ext uri="{FF2B5EF4-FFF2-40B4-BE49-F238E27FC236}">
                  <a16:creationId xmlns:a16="http://schemas.microsoft.com/office/drawing/2014/main" id="{559E6BEF-0F0B-1F81-FCB5-7C9DF5D09313}"/>
                </a:ext>
              </a:extLst>
            </p:cNvPr>
            <p:cNvSpPr/>
            <p:nvPr/>
          </p:nvSpPr>
          <p:spPr>
            <a:xfrm>
              <a:off x="2856490" y="2354764"/>
              <a:ext cx="172449" cy="170903"/>
            </a:xfrm>
            <a:custGeom>
              <a:avLst/>
              <a:gdLst>
                <a:gd name="connsiteX0" fmla="*/ 128740 w 172449"/>
                <a:gd name="connsiteY0" fmla="*/ 93637 h 170903"/>
                <a:gd name="connsiteX1" fmla="*/ 103785 w 172449"/>
                <a:gd name="connsiteY1" fmla="*/ 77920 h 170903"/>
                <a:gd name="connsiteX2" fmla="*/ 170936 w 172449"/>
                <a:gd name="connsiteY2" fmla="*/ 9816 h 170903"/>
                <a:gd name="connsiteX3" fmla="*/ 170460 w 172449"/>
                <a:gd name="connsiteY3" fmla="*/ 6 h 170903"/>
                <a:gd name="connsiteX4" fmla="*/ 165888 w 172449"/>
                <a:gd name="connsiteY4" fmla="*/ 6959 h 170903"/>
                <a:gd name="connsiteX5" fmla="*/ 69114 w 172449"/>
                <a:gd name="connsiteY5" fmla="*/ 45440 h 170903"/>
                <a:gd name="connsiteX6" fmla="*/ 2058 w 172449"/>
                <a:gd name="connsiteY6" fmla="*/ 146405 h 170903"/>
                <a:gd name="connsiteX7" fmla="*/ 6344 w 172449"/>
                <a:gd name="connsiteY7" fmla="*/ 159454 h 170903"/>
                <a:gd name="connsiteX8" fmla="*/ 8439 w 172449"/>
                <a:gd name="connsiteY8" fmla="*/ 146215 h 170903"/>
                <a:gd name="connsiteX9" fmla="*/ 67209 w 172449"/>
                <a:gd name="connsiteY9" fmla="*/ 73348 h 170903"/>
                <a:gd name="connsiteX10" fmla="*/ 72638 w 172449"/>
                <a:gd name="connsiteY10" fmla="*/ 68205 h 170903"/>
                <a:gd name="connsiteX11" fmla="*/ 72162 w 172449"/>
                <a:gd name="connsiteY11" fmla="*/ 73158 h 170903"/>
                <a:gd name="connsiteX12" fmla="*/ 52445 w 172449"/>
                <a:gd name="connsiteY12" fmla="*/ 120878 h 170903"/>
                <a:gd name="connsiteX13" fmla="*/ 89592 w 172449"/>
                <a:gd name="connsiteY13" fmla="*/ 113544 h 170903"/>
                <a:gd name="connsiteX14" fmla="*/ 93688 w 172449"/>
                <a:gd name="connsiteY14" fmla="*/ 108495 h 170903"/>
                <a:gd name="connsiteX15" fmla="*/ 93974 w 172449"/>
                <a:gd name="connsiteY15" fmla="*/ 116020 h 170903"/>
                <a:gd name="connsiteX16" fmla="*/ 69304 w 172449"/>
                <a:gd name="connsiteY16" fmla="*/ 162502 h 170903"/>
                <a:gd name="connsiteX17" fmla="*/ 57207 w 172449"/>
                <a:gd name="connsiteY17" fmla="*/ 170313 h 170903"/>
                <a:gd name="connsiteX18" fmla="*/ 63684 w 172449"/>
                <a:gd name="connsiteY18" fmla="*/ 170694 h 170903"/>
                <a:gd name="connsiteX19" fmla="*/ 151124 w 172449"/>
                <a:gd name="connsiteY19" fmla="*/ 85159 h 170903"/>
                <a:gd name="connsiteX20" fmla="*/ 151410 w 172449"/>
                <a:gd name="connsiteY20" fmla="*/ 79920 h 170903"/>
                <a:gd name="connsiteX21" fmla="*/ 146361 w 172449"/>
                <a:gd name="connsiteY21" fmla="*/ 82873 h 170903"/>
                <a:gd name="connsiteX22" fmla="*/ 128740 w 172449"/>
                <a:gd name="connsiteY22" fmla="*/ 93637 h 1709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172449" h="170903">
                  <a:moveTo>
                    <a:pt x="128740" y="93637"/>
                  </a:moveTo>
                  <a:cubicBezTo>
                    <a:pt x="116453" y="97542"/>
                    <a:pt x="103689" y="94399"/>
                    <a:pt x="103785" y="77920"/>
                  </a:cubicBezTo>
                  <a:cubicBezTo>
                    <a:pt x="103785" y="52774"/>
                    <a:pt x="162744" y="31724"/>
                    <a:pt x="170936" y="9816"/>
                  </a:cubicBezTo>
                  <a:cubicBezTo>
                    <a:pt x="172936" y="4387"/>
                    <a:pt x="173127" y="-185"/>
                    <a:pt x="170460" y="6"/>
                  </a:cubicBezTo>
                  <a:cubicBezTo>
                    <a:pt x="168555" y="101"/>
                    <a:pt x="170079" y="2863"/>
                    <a:pt x="165888" y="6959"/>
                  </a:cubicBezTo>
                  <a:cubicBezTo>
                    <a:pt x="141504" y="31438"/>
                    <a:pt x="100546" y="31343"/>
                    <a:pt x="69114" y="45440"/>
                  </a:cubicBezTo>
                  <a:cubicBezTo>
                    <a:pt x="48540" y="54679"/>
                    <a:pt x="-11849" y="83064"/>
                    <a:pt x="2058" y="146405"/>
                  </a:cubicBezTo>
                  <a:cubicBezTo>
                    <a:pt x="2724" y="149453"/>
                    <a:pt x="4534" y="159454"/>
                    <a:pt x="6344" y="159454"/>
                  </a:cubicBezTo>
                  <a:cubicBezTo>
                    <a:pt x="8439" y="159454"/>
                    <a:pt x="8439" y="153454"/>
                    <a:pt x="8439" y="146215"/>
                  </a:cubicBezTo>
                  <a:cubicBezTo>
                    <a:pt x="7963" y="108495"/>
                    <a:pt x="52635" y="98018"/>
                    <a:pt x="67209" y="73348"/>
                  </a:cubicBezTo>
                  <a:cubicBezTo>
                    <a:pt x="68923" y="70395"/>
                    <a:pt x="71971" y="66300"/>
                    <a:pt x="72638" y="68205"/>
                  </a:cubicBezTo>
                  <a:cubicBezTo>
                    <a:pt x="73019" y="69157"/>
                    <a:pt x="72733" y="70491"/>
                    <a:pt x="72162" y="73158"/>
                  </a:cubicBezTo>
                  <a:cubicBezTo>
                    <a:pt x="67590" y="93446"/>
                    <a:pt x="46444" y="106400"/>
                    <a:pt x="52445" y="120878"/>
                  </a:cubicBezTo>
                  <a:cubicBezTo>
                    <a:pt x="60255" y="139642"/>
                    <a:pt x="82639" y="125641"/>
                    <a:pt x="89592" y="113544"/>
                  </a:cubicBezTo>
                  <a:cubicBezTo>
                    <a:pt x="91402" y="110210"/>
                    <a:pt x="92450" y="108115"/>
                    <a:pt x="93688" y="108495"/>
                  </a:cubicBezTo>
                  <a:cubicBezTo>
                    <a:pt x="94641" y="108781"/>
                    <a:pt x="94545" y="112591"/>
                    <a:pt x="93974" y="116020"/>
                  </a:cubicBezTo>
                  <a:cubicBezTo>
                    <a:pt x="90259" y="137833"/>
                    <a:pt x="85306" y="150025"/>
                    <a:pt x="69304" y="162502"/>
                  </a:cubicBezTo>
                  <a:cubicBezTo>
                    <a:pt x="64161" y="166503"/>
                    <a:pt x="56160" y="167265"/>
                    <a:pt x="57207" y="170313"/>
                  </a:cubicBezTo>
                  <a:cubicBezTo>
                    <a:pt x="57493" y="171075"/>
                    <a:pt x="60922" y="170979"/>
                    <a:pt x="63684" y="170694"/>
                  </a:cubicBezTo>
                  <a:cubicBezTo>
                    <a:pt x="106166" y="167932"/>
                    <a:pt x="141694" y="117925"/>
                    <a:pt x="151124" y="85159"/>
                  </a:cubicBezTo>
                  <a:cubicBezTo>
                    <a:pt x="152076" y="82873"/>
                    <a:pt x="152362" y="80683"/>
                    <a:pt x="151410" y="79920"/>
                  </a:cubicBezTo>
                  <a:cubicBezTo>
                    <a:pt x="150171" y="78968"/>
                    <a:pt x="148266" y="81159"/>
                    <a:pt x="146361" y="82873"/>
                  </a:cubicBezTo>
                  <a:cubicBezTo>
                    <a:pt x="141504" y="87255"/>
                    <a:pt x="134836" y="91732"/>
                    <a:pt x="128740" y="93637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46" name="Vrije vorm: vorm 45">
              <a:extLst>
                <a:ext uri="{FF2B5EF4-FFF2-40B4-BE49-F238E27FC236}">
                  <a16:creationId xmlns:a16="http://schemas.microsoft.com/office/drawing/2014/main" id="{E2168793-CECA-2A56-70CA-A2BB97B2C83F}"/>
                </a:ext>
              </a:extLst>
            </p:cNvPr>
            <p:cNvSpPr/>
            <p:nvPr/>
          </p:nvSpPr>
          <p:spPr>
            <a:xfrm>
              <a:off x="3391376" y="2588894"/>
              <a:ext cx="114680" cy="134397"/>
            </a:xfrm>
            <a:custGeom>
              <a:avLst/>
              <a:gdLst>
                <a:gd name="connsiteX0" fmla="*/ 24955 w 114680"/>
                <a:gd name="connsiteY0" fmla="*/ 55054 h 134397"/>
                <a:gd name="connsiteX1" fmla="*/ 57055 w 114680"/>
                <a:gd name="connsiteY1" fmla="*/ 17431 h 134397"/>
                <a:gd name="connsiteX2" fmla="*/ 89344 w 114680"/>
                <a:gd name="connsiteY2" fmla="*/ 55054 h 134397"/>
                <a:gd name="connsiteX3" fmla="*/ 24955 w 114680"/>
                <a:gd name="connsiteY3" fmla="*/ 55054 h 134397"/>
                <a:gd name="connsiteX4" fmla="*/ 114681 w 114680"/>
                <a:gd name="connsiteY4" fmla="*/ 71723 h 134397"/>
                <a:gd name="connsiteX5" fmla="*/ 114681 w 114680"/>
                <a:gd name="connsiteY5" fmla="*/ 59817 h 134397"/>
                <a:gd name="connsiteX6" fmla="*/ 58864 w 114680"/>
                <a:gd name="connsiteY6" fmla="*/ 0 h 134397"/>
                <a:gd name="connsiteX7" fmla="*/ 0 w 114680"/>
                <a:gd name="connsiteY7" fmla="*/ 68199 h 134397"/>
                <a:gd name="connsiteX8" fmla="*/ 56864 w 114680"/>
                <a:gd name="connsiteY8" fmla="*/ 134398 h 134397"/>
                <a:gd name="connsiteX9" fmla="*/ 113157 w 114680"/>
                <a:gd name="connsiteY9" fmla="*/ 91250 h 134397"/>
                <a:gd name="connsiteX10" fmla="*/ 87916 w 114680"/>
                <a:gd name="connsiteY10" fmla="*/ 91250 h 134397"/>
                <a:gd name="connsiteX11" fmla="*/ 57150 w 114680"/>
                <a:gd name="connsiteY11" fmla="*/ 116967 h 134397"/>
                <a:gd name="connsiteX12" fmla="*/ 24479 w 114680"/>
                <a:gd name="connsiteY12" fmla="*/ 71818 h 134397"/>
                <a:gd name="connsiteX13" fmla="*/ 114681 w 114680"/>
                <a:gd name="connsiteY13" fmla="*/ 71818 h 1343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14680" h="134397">
                  <a:moveTo>
                    <a:pt x="24955" y="55054"/>
                  </a:moveTo>
                  <a:cubicBezTo>
                    <a:pt x="25146" y="35242"/>
                    <a:pt x="37052" y="17431"/>
                    <a:pt x="57055" y="17431"/>
                  </a:cubicBezTo>
                  <a:cubicBezTo>
                    <a:pt x="80296" y="17431"/>
                    <a:pt x="89344" y="33338"/>
                    <a:pt x="89344" y="55054"/>
                  </a:cubicBezTo>
                  <a:lnTo>
                    <a:pt x="24955" y="55054"/>
                  </a:lnTo>
                  <a:close/>
                  <a:moveTo>
                    <a:pt x="114681" y="71723"/>
                  </a:moveTo>
                  <a:lnTo>
                    <a:pt x="114681" y="59817"/>
                  </a:lnTo>
                  <a:cubicBezTo>
                    <a:pt x="114681" y="24765"/>
                    <a:pt x="94774" y="0"/>
                    <a:pt x="58864" y="0"/>
                  </a:cubicBezTo>
                  <a:cubicBezTo>
                    <a:pt x="18764" y="0"/>
                    <a:pt x="0" y="31051"/>
                    <a:pt x="0" y="68199"/>
                  </a:cubicBezTo>
                  <a:cubicBezTo>
                    <a:pt x="0" y="105537"/>
                    <a:pt x="16192" y="134398"/>
                    <a:pt x="56864" y="134398"/>
                  </a:cubicBezTo>
                  <a:cubicBezTo>
                    <a:pt x="87154" y="134398"/>
                    <a:pt x="109347" y="120015"/>
                    <a:pt x="113157" y="91250"/>
                  </a:cubicBezTo>
                  <a:lnTo>
                    <a:pt x="87916" y="91250"/>
                  </a:lnTo>
                  <a:cubicBezTo>
                    <a:pt x="85154" y="109633"/>
                    <a:pt x="75819" y="116967"/>
                    <a:pt x="57150" y="116967"/>
                  </a:cubicBezTo>
                  <a:cubicBezTo>
                    <a:pt x="32671" y="116967"/>
                    <a:pt x="24479" y="95155"/>
                    <a:pt x="24479" y="71818"/>
                  </a:cubicBezTo>
                  <a:lnTo>
                    <a:pt x="114681" y="71818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47" name="Vrije vorm: vorm 46">
              <a:extLst>
                <a:ext uri="{FF2B5EF4-FFF2-40B4-BE49-F238E27FC236}">
                  <a16:creationId xmlns:a16="http://schemas.microsoft.com/office/drawing/2014/main" id="{167B5967-C476-6D97-2D8A-678B164873F7}"/>
                </a:ext>
              </a:extLst>
            </p:cNvPr>
            <p:cNvSpPr/>
            <p:nvPr/>
          </p:nvSpPr>
          <p:spPr>
            <a:xfrm>
              <a:off x="3535108" y="2537173"/>
              <a:ext cx="24003" cy="182213"/>
            </a:xfrm>
            <a:custGeom>
              <a:avLst/>
              <a:gdLst>
                <a:gd name="connsiteX0" fmla="*/ 0 w 24003"/>
                <a:gd name="connsiteY0" fmla="*/ 0 h 182213"/>
                <a:gd name="connsiteX1" fmla="*/ 24003 w 24003"/>
                <a:gd name="connsiteY1" fmla="*/ 0 h 182213"/>
                <a:gd name="connsiteX2" fmla="*/ 24003 w 24003"/>
                <a:gd name="connsiteY2" fmla="*/ 182213 h 182213"/>
                <a:gd name="connsiteX3" fmla="*/ 0 w 24003"/>
                <a:gd name="connsiteY3" fmla="*/ 182213 h 1822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4003" h="182213">
                  <a:moveTo>
                    <a:pt x="0" y="0"/>
                  </a:moveTo>
                  <a:lnTo>
                    <a:pt x="24003" y="0"/>
                  </a:lnTo>
                  <a:lnTo>
                    <a:pt x="24003" y="182213"/>
                  </a:lnTo>
                  <a:lnTo>
                    <a:pt x="0" y="182213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48" name="Vrije vorm: vorm 47">
              <a:extLst>
                <a:ext uri="{FF2B5EF4-FFF2-40B4-BE49-F238E27FC236}">
                  <a16:creationId xmlns:a16="http://schemas.microsoft.com/office/drawing/2014/main" id="{0863CA44-130B-E285-9545-E013062D262E}"/>
                </a:ext>
              </a:extLst>
            </p:cNvPr>
            <p:cNvSpPr/>
            <p:nvPr/>
          </p:nvSpPr>
          <p:spPr>
            <a:xfrm>
              <a:off x="3585591" y="2533363"/>
              <a:ext cx="81533" cy="186023"/>
            </a:xfrm>
            <a:custGeom>
              <a:avLst/>
              <a:gdLst>
                <a:gd name="connsiteX0" fmla="*/ 48768 w 81533"/>
                <a:gd name="connsiteY0" fmla="*/ 186023 h 186023"/>
                <a:gd name="connsiteX1" fmla="*/ 48768 w 81533"/>
                <a:gd name="connsiteY1" fmla="*/ 76009 h 186023"/>
                <a:gd name="connsiteX2" fmla="*/ 78010 w 81533"/>
                <a:gd name="connsiteY2" fmla="*/ 76009 h 186023"/>
                <a:gd name="connsiteX3" fmla="*/ 78010 w 81533"/>
                <a:gd name="connsiteY3" fmla="*/ 59341 h 186023"/>
                <a:gd name="connsiteX4" fmla="*/ 48768 w 81533"/>
                <a:gd name="connsiteY4" fmla="*/ 59341 h 186023"/>
                <a:gd name="connsiteX5" fmla="*/ 48768 w 81533"/>
                <a:gd name="connsiteY5" fmla="*/ 38862 h 186023"/>
                <a:gd name="connsiteX6" fmla="*/ 69437 w 81533"/>
                <a:gd name="connsiteY6" fmla="*/ 21717 h 186023"/>
                <a:gd name="connsiteX7" fmla="*/ 81534 w 81533"/>
                <a:gd name="connsiteY7" fmla="*/ 22479 h 186023"/>
                <a:gd name="connsiteX8" fmla="*/ 81534 w 81533"/>
                <a:gd name="connsiteY8" fmla="*/ 2572 h 186023"/>
                <a:gd name="connsiteX9" fmla="*/ 64389 w 81533"/>
                <a:gd name="connsiteY9" fmla="*/ 0 h 186023"/>
                <a:gd name="connsiteX10" fmla="*/ 24765 w 81533"/>
                <a:gd name="connsiteY10" fmla="*/ 35624 h 186023"/>
                <a:gd name="connsiteX11" fmla="*/ 24765 w 81533"/>
                <a:gd name="connsiteY11" fmla="*/ 59341 h 186023"/>
                <a:gd name="connsiteX12" fmla="*/ 0 w 81533"/>
                <a:gd name="connsiteY12" fmla="*/ 59341 h 186023"/>
                <a:gd name="connsiteX13" fmla="*/ 0 w 81533"/>
                <a:gd name="connsiteY13" fmla="*/ 76009 h 186023"/>
                <a:gd name="connsiteX14" fmla="*/ 24765 w 81533"/>
                <a:gd name="connsiteY14" fmla="*/ 76009 h 186023"/>
                <a:gd name="connsiteX15" fmla="*/ 24765 w 81533"/>
                <a:gd name="connsiteY15" fmla="*/ 186023 h 186023"/>
                <a:gd name="connsiteX16" fmla="*/ 48768 w 81533"/>
                <a:gd name="connsiteY16" fmla="*/ 186023 h 1860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81533" h="186023">
                  <a:moveTo>
                    <a:pt x="48768" y="186023"/>
                  </a:moveTo>
                  <a:lnTo>
                    <a:pt x="48768" y="76009"/>
                  </a:lnTo>
                  <a:lnTo>
                    <a:pt x="78010" y="76009"/>
                  </a:lnTo>
                  <a:lnTo>
                    <a:pt x="78010" y="59341"/>
                  </a:lnTo>
                  <a:lnTo>
                    <a:pt x="48768" y="59341"/>
                  </a:lnTo>
                  <a:lnTo>
                    <a:pt x="48768" y="38862"/>
                  </a:lnTo>
                  <a:cubicBezTo>
                    <a:pt x="48768" y="24193"/>
                    <a:pt x="55817" y="21717"/>
                    <a:pt x="69437" y="21717"/>
                  </a:cubicBezTo>
                  <a:cubicBezTo>
                    <a:pt x="73438" y="21717"/>
                    <a:pt x="77533" y="22193"/>
                    <a:pt x="81534" y="22479"/>
                  </a:cubicBezTo>
                  <a:lnTo>
                    <a:pt x="81534" y="2572"/>
                  </a:lnTo>
                  <a:cubicBezTo>
                    <a:pt x="75914" y="1333"/>
                    <a:pt x="70199" y="0"/>
                    <a:pt x="64389" y="0"/>
                  </a:cubicBezTo>
                  <a:cubicBezTo>
                    <a:pt x="41720" y="0"/>
                    <a:pt x="24765" y="11430"/>
                    <a:pt x="24765" y="35624"/>
                  </a:cubicBezTo>
                  <a:lnTo>
                    <a:pt x="24765" y="59341"/>
                  </a:lnTo>
                  <a:lnTo>
                    <a:pt x="0" y="59341"/>
                  </a:lnTo>
                  <a:lnTo>
                    <a:pt x="0" y="76009"/>
                  </a:lnTo>
                  <a:lnTo>
                    <a:pt x="24765" y="76009"/>
                  </a:lnTo>
                  <a:lnTo>
                    <a:pt x="24765" y="186023"/>
                  </a:lnTo>
                  <a:lnTo>
                    <a:pt x="48768" y="186023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49" name="Vrije vorm: vorm 48">
              <a:extLst>
                <a:ext uri="{FF2B5EF4-FFF2-40B4-BE49-F238E27FC236}">
                  <a16:creationId xmlns:a16="http://schemas.microsoft.com/office/drawing/2014/main" id="{BC4A4D97-B586-8C1B-3EB4-EF127E58DA10}"/>
                </a:ext>
              </a:extLst>
            </p:cNvPr>
            <p:cNvSpPr/>
            <p:nvPr/>
          </p:nvSpPr>
          <p:spPr>
            <a:xfrm>
              <a:off x="3677316" y="2558224"/>
              <a:ext cx="74961" cy="164972"/>
            </a:xfrm>
            <a:custGeom>
              <a:avLst/>
              <a:gdLst>
                <a:gd name="connsiteX0" fmla="*/ 0 w 74961"/>
                <a:gd name="connsiteY0" fmla="*/ 34480 h 164972"/>
                <a:gd name="connsiteX1" fmla="*/ 0 w 74961"/>
                <a:gd name="connsiteY1" fmla="*/ 51149 h 164972"/>
                <a:gd name="connsiteX2" fmla="*/ 21717 w 74961"/>
                <a:gd name="connsiteY2" fmla="*/ 51149 h 164972"/>
                <a:gd name="connsiteX3" fmla="*/ 21717 w 74961"/>
                <a:gd name="connsiteY3" fmla="*/ 131921 h 164972"/>
                <a:gd name="connsiteX4" fmla="*/ 57626 w 74961"/>
                <a:gd name="connsiteY4" fmla="*/ 164973 h 164972"/>
                <a:gd name="connsiteX5" fmla="*/ 74009 w 74961"/>
                <a:gd name="connsiteY5" fmla="*/ 163449 h 164972"/>
                <a:gd name="connsiteX6" fmla="*/ 74009 w 74961"/>
                <a:gd name="connsiteY6" fmla="*/ 145066 h 164972"/>
                <a:gd name="connsiteX7" fmla="*/ 61341 w 74961"/>
                <a:gd name="connsiteY7" fmla="*/ 146590 h 164972"/>
                <a:gd name="connsiteX8" fmla="*/ 45720 w 74961"/>
                <a:gd name="connsiteY8" fmla="*/ 133255 h 164972"/>
                <a:gd name="connsiteX9" fmla="*/ 45720 w 74961"/>
                <a:gd name="connsiteY9" fmla="*/ 51245 h 164972"/>
                <a:gd name="connsiteX10" fmla="*/ 74962 w 74961"/>
                <a:gd name="connsiteY10" fmla="*/ 51245 h 164972"/>
                <a:gd name="connsiteX11" fmla="*/ 74962 w 74961"/>
                <a:gd name="connsiteY11" fmla="*/ 34576 h 164972"/>
                <a:gd name="connsiteX12" fmla="*/ 45720 w 74961"/>
                <a:gd name="connsiteY12" fmla="*/ 34576 h 164972"/>
                <a:gd name="connsiteX13" fmla="*/ 45720 w 74961"/>
                <a:gd name="connsiteY13" fmla="*/ 0 h 164972"/>
                <a:gd name="connsiteX14" fmla="*/ 21717 w 74961"/>
                <a:gd name="connsiteY14" fmla="*/ 7525 h 164972"/>
                <a:gd name="connsiteX15" fmla="*/ 21717 w 74961"/>
                <a:gd name="connsiteY15" fmla="*/ 34576 h 164972"/>
                <a:gd name="connsiteX16" fmla="*/ 0 w 74961"/>
                <a:gd name="connsiteY16" fmla="*/ 34480 h 1649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74961" h="164972">
                  <a:moveTo>
                    <a:pt x="0" y="34480"/>
                  </a:moveTo>
                  <a:lnTo>
                    <a:pt x="0" y="51149"/>
                  </a:lnTo>
                  <a:lnTo>
                    <a:pt x="21717" y="51149"/>
                  </a:lnTo>
                  <a:lnTo>
                    <a:pt x="21717" y="131921"/>
                  </a:lnTo>
                  <a:cubicBezTo>
                    <a:pt x="21717" y="148780"/>
                    <a:pt x="22003" y="164973"/>
                    <a:pt x="57626" y="164973"/>
                  </a:cubicBezTo>
                  <a:cubicBezTo>
                    <a:pt x="63151" y="164973"/>
                    <a:pt x="68389" y="164497"/>
                    <a:pt x="74009" y="163449"/>
                  </a:cubicBezTo>
                  <a:lnTo>
                    <a:pt x="74009" y="145066"/>
                  </a:lnTo>
                  <a:cubicBezTo>
                    <a:pt x="70104" y="146018"/>
                    <a:pt x="65151" y="146590"/>
                    <a:pt x="61341" y="146590"/>
                  </a:cubicBezTo>
                  <a:cubicBezTo>
                    <a:pt x="52768" y="146590"/>
                    <a:pt x="45720" y="142304"/>
                    <a:pt x="45720" y="133255"/>
                  </a:cubicBezTo>
                  <a:lnTo>
                    <a:pt x="45720" y="51245"/>
                  </a:lnTo>
                  <a:lnTo>
                    <a:pt x="74962" y="51245"/>
                  </a:lnTo>
                  <a:lnTo>
                    <a:pt x="74962" y="34576"/>
                  </a:lnTo>
                  <a:lnTo>
                    <a:pt x="45720" y="34576"/>
                  </a:lnTo>
                  <a:lnTo>
                    <a:pt x="45720" y="0"/>
                  </a:lnTo>
                  <a:lnTo>
                    <a:pt x="21717" y="7525"/>
                  </a:lnTo>
                  <a:lnTo>
                    <a:pt x="21717" y="34576"/>
                  </a:lnTo>
                  <a:lnTo>
                    <a:pt x="0" y="34480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50" name="Vrije vorm: vorm 49">
              <a:extLst>
                <a:ext uri="{FF2B5EF4-FFF2-40B4-BE49-F238E27FC236}">
                  <a16:creationId xmlns:a16="http://schemas.microsoft.com/office/drawing/2014/main" id="{9799722F-EF3D-E27E-3C21-C59FE9D1258A}"/>
                </a:ext>
              </a:extLst>
            </p:cNvPr>
            <p:cNvSpPr/>
            <p:nvPr/>
          </p:nvSpPr>
          <p:spPr>
            <a:xfrm>
              <a:off x="3219450" y="2537078"/>
              <a:ext cx="148685" cy="182308"/>
            </a:xfrm>
            <a:custGeom>
              <a:avLst/>
              <a:gdLst>
                <a:gd name="connsiteX0" fmla="*/ 0 w 148685"/>
                <a:gd name="connsiteY0" fmla="*/ 182309 h 182308"/>
                <a:gd name="connsiteX1" fmla="*/ 62579 w 148685"/>
                <a:gd name="connsiteY1" fmla="*/ 182309 h 182308"/>
                <a:gd name="connsiteX2" fmla="*/ 148685 w 148685"/>
                <a:gd name="connsiteY2" fmla="*/ 91154 h 182308"/>
                <a:gd name="connsiteX3" fmla="*/ 62579 w 148685"/>
                <a:gd name="connsiteY3" fmla="*/ 0 h 182308"/>
                <a:gd name="connsiteX4" fmla="*/ 0 w 148685"/>
                <a:gd name="connsiteY4" fmla="*/ 0 h 182308"/>
                <a:gd name="connsiteX5" fmla="*/ 0 w 148685"/>
                <a:gd name="connsiteY5" fmla="*/ 182309 h 182308"/>
                <a:gd name="connsiteX6" fmla="*/ 25241 w 148685"/>
                <a:gd name="connsiteY6" fmla="*/ 21812 h 182308"/>
                <a:gd name="connsiteX7" fmla="*/ 62579 w 148685"/>
                <a:gd name="connsiteY7" fmla="*/ 21812 h 182308"/>
                <a:gd name="connsiteX8" fmla="*/ 122206 w 148685"/>
                <a:gd name="connsiteY8" fmla="*/ 91250 h 182308"/>
                <a:gd name="connsiteX9" fmla="*/ 62579 w 148685"/>
                <a:gd name="connsiteY9" fmla="*/ 160687 h 182308"/>
                <a:gd name="connsiteX10" fmla="*/ 25241 w 148685"/>
                <a:gd name="connsiteY10" fmla="*/ 160687 h 182308"/>
                <a:gd name="connsiteX11" fmla="*/ 25241 w 148685"/>
                <a:gd name="connsiteY11" fmla="*/ 21812 h 1823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48685" h="182308">
                  <a:moveTo>
                    <a:pt x="0" y="182309"/>
                  </a:moveTo>
                  <a:lnTo>
                    <a:pt x="62579" y="182309"/>
                  </a:lnTo>
                  <a:cubicBezTo>
                    <a:pt x="140494" y="182309"/>
                    <a:pt x="148685" y="116300"/>
                    <a:pt x="148685" y="91154"/>
                  </a:cubicBezTo>
                  <a:cubicBezTo>
                    <a:pt x="148685" y="66008"/>
                    <a:pt x="140494" y="0"/>
                    <a:pt x="62579" y="0"/>
                  </a:cubicBezTo>
                  <a:lnTo>
                    <a:pt x="0" y="0"/>
                  </a:lnTo>
                  <a:lnTo>
                    <a:pt x="0" y="182309"/>
                  </a:lnTo>
                  <a:close/>
                  <a:moveTo>
                    <a:pt x="25241" y="21812"/>
                  </a:moveTo>
                  <a:lnTo>
                    <a:pt x="62579" y="21812"/>
                  </a:lnTo>
                  <a:cubicBezTo>
                    <a:pt x="104680" y="21812"/>
                    <a:pt x="122206" y="53626"/>
                    <a:pt x="122206" y="91250"/>
                  </a:cubicBezTo>
                  <a:cubicBezTo>
                    <a:pt x="122206" y="128873"/>
                    <a:pt x="104680" y="160687"/>
                    <a:pt x="62579" y="160687"/>
                  </a:cubicBezTo>
                  <a:lnTo>
                    <a:pt x="25241" y="160687"/>
                  </a:lnTo>
                  <a:lnTo>
                    <a:pt x="25241" y="21812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</p:spTree>
    <p:extLst>
      <p:ext uri="{BB962C8B-B14F-4D97-AF65-F5344CB8AC3E}">
        <p14:creationId xmlns:p14="http://schemas.microsoft.com/office/powerpoint/2010/main" val="277713178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3" r:id="rId1"/>
    <p:sldLayoutId id="2147483720" r:id="rId2"/>
    <p:sldLayoutId id="2147483724" r:id="rId3"/>
    <p:sldLayoutId id="2147483697" r:id="rId4"/>
    <p:sldLayoutId id="2147483715" r:id="rId5"/>
    <p:sldLayoutId id="2147483708" r:id="rId6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 ftr="0"/>
  <p:txStyles>
    <p:titleStyle>
      <a:lvl1pPr algn="l" defTabSz="914400" rtl="0" eaLnBrk="1" latinLnBrk="0" hangingPunct="1">
        <a:lnSpc>
          <a:spcPts val="3600"/>
        </a:lnSpc>
        <a:spcBef>
          <a:spcPct val="0"/>
        </a:spcBef>
        <a:buNone/>
        <a:defRPr sz="3600" b="1" kern="120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361950" indent="-361950" algn="l" defTabSz="914400" rtl="0" eaLnBrk="1" latinLnBrk="0" hangingPunct="1">
        <a:lnSpc>
          <a:spcPct val="90000"/>
        </a:lnSpc>
        <a:spcBef>
          <a:spcPts val="600"/>
        </a:spcBef>
        <a:spcAft>
          <a:spcPts val="600"/>
        </a:spcAft>
        <a:buClr>
          <a:schemeClr val="accent1"/>
        </a:buClr>
        <a:buSzPct val="120000"/>
        <a:buFont typeface="Arial" panose="020B0604020202020204" pitchFamily="34" charset="0"/>
        <a:buChar char="•"/>
        <a:defRPr sz="2000" kern="1200">
          <a:solidFill>
            <a:schemeClr val="tx2"/>
          </a:solidFill>
          <a:latin typeface="+mn-lt"/>
          <a:ea typeface="+mn-ea"/>
          <a:cs typeface="+mn-cs"/>
        </a:defRPr>
      </a:lvl1pPr>
      <a:lvl2pPr marL="712788" indent="-350838" algn="l" defTabSz="914400" rtl="0" eaLnBrk="1" latinLnBrk="0" hangingPunct="1">
        <a:lnSpc>
          <a:spcPct val="90000"/>
        </a:lnSpc>
        <a:spcBef>
          <a:spcPts val="600"/>
        </a:spcBef>
        <a:spcAft>
          <a:spcPts val="600"/>
        </a:spcAft>
        <a:buClr>
          <a:schemeClr val="accent1"/>
        </a:buClr>
        <a:buSzPct val="120000"/>
        <a:buFont typeface="Arial" panose="020B0604020202020204" pitchFamily="34" charset="0"/>
        <a:buChar char="•"/>
        <a:tabLst>
          <a:tab pos="712788" algn="l"/>
        </a:tabLst>
        <a:defRPr sz="2000" kern="1200">
          <a:solidFill>
            <a:schemeClr val="tx2"/>
          </a:solidFill>
          <a:latin typeface="+mn-lt"/>
          <a:ea typeface="+mn-ea"/>
          <a:cs typeface="+mn-cs"/>
        </a:defRPr>
      </a:lvl2pPr>
      <a:lvl3pPr marL="0" indent="0" algn="l" defTabSz="914400" rtl="0" eaLnBrk="1" latinLnBrk="0" hangingPunct="1">
        <a:lnSpc>
          <a:spcPct val="90000"/>
        </a:lnSpc>
        <a:spcBef>
          <a:spcPts val="600"/>
        </a:spcBef>
        <a:spcAft>
          <a:spcPts val="600"/>
        </a:spcAft>
        <a:buClr>
          <a:schemeClr val="accent3"/>
        </a:buClr>
        <a:buFont typeface="Segoe UI Light" panose="020B0502040204020203" pitchFamily="34" charset="0"/>
        <a:buNone/>
        <a:defRPr sz="2000" kern="1200">
          <a:solidFill>
            <a:schemeClr val="tx2"/>
          </a:solidFill>
          <a:latin typeface="+mn-lt"/>
          <a:ea typeface="+mn-ea"/>
          <a:cs typeface="+mn-cs"/>
        </a:defRPr>
      </a:lvl3pPr>
      <a:lvl4pPr marL="0" indent="0" algn="l" defTabSz="914400" rtl="0" eaLnBrk="1" latinLnBrk="0" hangingPunct="1">
        <a:lnSpc>
          <a:spcPct val="90000"/>
        </a:lnSpc>
        <a:spcBef>
          <a:spcPts val="600"/>
        </a:spcBef>
        <a:spcAft>
          <a:spcPts val="600"/>
        </a:spcAft>
        <a:buFont typeface="Arial" panose="020B0604020202020204" pitchFamily="34" charset="0"/>
        <a:buNone/>
        <a:defRPr sz="3600" b="1" kern="1200">
          <a:solidFill>
            <a:schemeClr val="tx2"/>
          </a:solidFill>
          <a:latin typeface="+mj-lt"/>
          <a:ea typeface="+mn-ea"/>
          <a:cs typeface="+mn-cs"/>
        </a:defRPr>
      </a:lvl4pPr>
      <a:lvl5pPr marL="0" indent="0" algn="l" defTabSz="914400" rtl="0" eaLnBrk="1" latinLnBrk="0" hangingPunct="1">
        <a:lnSpc>
          <a:spcPct val="90000"/>
        </a:lnSpc>
        <a:spcBef>
          <a:spcPts val="600"/>
        </a:spcBef>
        <a:spcAft>
          <a:spcPts val="600"/>
        </a:spcAft>
        <a:buFont typeface="Arial" panose="020B0604020202020204" pitchFamily="34" charset="0"/>
        <a:buNone/>
        <a:defRPr sz="2400" b="0" kern="1200">
          <a:solidFill>
            <a:schemeClr val="accent1"/>
          </a:solidFill>
          <a:latin typeface="+mj-lt"/>
          <a:ea typeface="+mn-ea"/>
          <a:cs typeface="+mn-cs"/>
        </a:defRPr>
      </a:lvl5pPr>
      <a:lvl6pPr marL="0" indent="0" algn="l" defTabSz="914400" rtl="0" eaLnBrk="1" latinLnBrk="0" hangingPunct="1">
        <a:lnSpc>
          <a:spcPct val="90000"/>
        </a:lnSpc>
        <a:spcBef>
          <a:spcPts val="600"/>
        </a:spcBef>
        <a:spcAft>
          <a:spcPts val="600"/>
        </a:spcAft>
        <a:buClr>
          <a:schemeClr val="accent1"/>
        </a:buClr>
        <a:buFont typeface="Arial" panose="020B0604020202020204" pitchFamily="34" charset="0"/>
        <a:buNone/>
        <a:defRPr sz="2000" b="0" kern="1200" cap="none" baseline="0">
          <a:solidFill>
            <a:schemeClr val="tx1"/>
          </a:solidFill>
          <a:latin typeface="+mj-lt"/>
          <a:ea typeface="+mn-ea"/>
          <a:cs typeface="+mn-cs"/>
        </a:defRPr>
      </a:lvl6pPr>
      <a:lvl7pPr marL="361950" indent="-361950" algn="l" defTabSz="914400" rtl="0" eaLnBrk="1" latinLnBrk="0" hangingPunct="1">
        <a:lnSpc>
          <a:spcPct val="90000"/>
        </a:lnSpc>
        <a:spcBef>
          <a:spcPts val="600"/>
        </a:spcBef>
        <a:spcAft>
          <a:spcPts val="600"/>
        </a:spcAft>
        <a:buClr>
          <a:schemeClr val="accent1"/>
        </a:buClr>
        <a:buFont typeface="+mj-lt"/>
        <a:buAutoNum type="arabicPeriod"/>
        <a:tabLst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61950" indent="-361950" algn="l" defTabSz="914400" rtl="0" eaLnBrk="1" latinLnBrk="0" hangingPunct="1">
        <a:lnSpc>
          <a:spcPct val="90000"/>
        </a:lnSpc>
        <a:spcBef>
          <a:spcPts val="600"/>
        </a:spcBef>
        <a:spcAft>
          <a:spcPts val="600"/>
        </a:spcAft>
        <a:buClr>
          <a:schemeClr val="accent1"/>
        </a:buClr>
        <a:buFont typeface="+mj-lt"/>
        <a:buAutoNum type="alphaLcPeriod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0" indent="0" algn="l" defTabSz="914400" rtl="0" eaLnBrk="1" latinLnBrk="0" hangingPunct="1">
        <a:lnSpc>
          <a:spcPct val="90000"/>
        </a:lnSpc>
        <a:spcBef>
          <a:spcPts val="600"/>
        </a:spcBef>
        <a:spcAft>
          <a:spcPts val="600"/>
        </a:spcAft>
        <a:buClr>
          <a:schemeClr val="accent1"/>
        </a:buClr>
        <a:buFont typeface="Arial" panose="020B0604020202020204" pitchFamily="34" charset="0"/>
        <a:buNone/>
        <a:defRPr sz="1600" i="1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986" userDrawn="1">
          <p15:clr>
            <a:srgbClr val="5ACBF0"/>
          </p15:clr>
        </p15:guide>
        <p15:guide id="2" pos="453" userDrawn="1">
          <p15:clr>
            <a:srgbClr val="5ACBF0"/>
          </p15:clr>
        </p15:guide>
        <p15:guide id="3" orient="horz" pos="3780" userDrawn="1">
          <p15:clr>
            <a:srgbClr val="5ACBF0"/>
          </p15:clr>
        </p15:guide>
        <p15:guide id="6" pos="7226" userDrawn="1">
          <p15:clr>
            <a:srgbClr val="5ACBF0"/>
          </p15:clr>
        </p15:guide>
        <p15:guide id="9" orient="horz" pos="453" userDrawn="1">
          <p15:clr>
            <a:srgbClr val="5ACBF0"/>
          </p15:clr>
        </p15:guide>
        <p15:guide id="10" orient="horz" pos="659" userDrawn="1">
          <p15:clr>
            <a:srgbClr val="5ACBF0"/>
          </p15:clr>
        </p15:guide>
        <p15:guide id="12" orient="horz" pos="4032" userDrawn="1">
          <p15:clr>
            <a:srgbClr val="A4A3A4"/>
          </p15:clr>
        </p15:guide>
        <p15:guide id="13" pos="7680" userDrawn="1">
          <p15:clr>
            <a:srgbClr val="F26B43"/>
          </p15:clr>
        </p15:guide>
        <p15:guide id="14" orient="horz" pos="4320" userDrawn="1">
          <p15:clr>
            <a:srgbClr val="F26B43"/>
          </p15:clr>
        </p15:guide>
        <p15:guide id="15" orient="horz" pos="4151" userDrawn="1">
          <p15:clr>
            <a:srgbClr val="A4A3A4"/>
          </p15:clr>
        </p15:guide>
        <p15:guide id="16" userDrawn="1">
          <p15:clr>
            <a:srgbClr val="F26B43"/>
          </p15:clr>
        </p15:guide>
        <p15:guide id="17" orient="horz" userDrawn="1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jpe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6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7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8.png"/><Relationship Id="rId3" Type="http://schemas.openxmlformats.org/officeDocument/2006/relationships/image" Target="../media/image1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0.sv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1.jpe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2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el 6">
            <a:extLst>
              <a:ext uri="{FF2B5EF4-FFF2-40B4-BE49-F238E27FC236}">
                <a16:creationId xmlns:a16="http://schemas.microsoft.com/office/drawing/2014/main" id="{3D01DCAA-C39F-ACDA-4844-39618ABDF8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429019"/>
            <a:ext cx="1989968" cy="276999"/>
          </a:xfrm>
        </p:spPr>
        <p:txBody>
          <a:bodyPr/>
          <a:lstStyle/>
          <a:p>
            <a:r>
              <a:rPr lang="en-GB"/>
              <a:t>Title slide + image</a:t>
            </a:r>
          </a:p>
        </p:txBody>
      </p:sp>
      <p:sp>
        <p:nvSpPr>
          <p:cNvPr id="15" name="Tijdelijke aanduiding voor tekst 14">
            <a:extLst>
              <a:ext uri="{FF2B5EF4-FFF2-40B4-BE49-F238E27FC236}">
                <a16:creationId xmlns:a16="http://schemas.microsoft.com/office/drawing/2014/main" id="{A884CDCD-0E44-F407-E5AB-9B0E06B0012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719138" y="3950387"/>
            <a:ext cx="5865553" cy="1333698"/>
          </a:xfrm>
        </p:spPr>
        <p:txBody>
          <a:bodyPr/>
          <a:lstStyle/>
          <a:p>
            <a:r>
              <a:rPr lang="en-GB"/>
              <a:t>Processor Design Project</a:t>
            </a:r>
          </a:p>
        </p:txBody>
      </p:sp>
      <p:sp>
        <p:nvSpPr>
          <p:cNvPr id="16" name="Tijdelijke aanduiding voor tekst 15">
            <a:extLst>
              <a:ext uri="{FF2B5EF4-FFF2-40B4-BE49-F238E27FC236}">
                <a16:creationId xmlns:a16="http://schemas.microsoft.com/office/drawing/2014/main" id="{A802F9E8-CCFC-7D2C-9635-1A48F34ACE3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719137" y="5404234"/>
            <a:ext cx="5871541" cy="332399"/>
          </a:xfrm>
        </p:spPr>
        <p:txBody>
          <a:bodyPr vert="horz" wrap="square" lIns="0" tIns="0" rIns="0" bIns="0" rtlCol="0" anchor="t">
            <a:spAutoFit/>
          </a:bodyPr>
          <a:lstStyle/>
          <a:p>
            <a:r>
              <a:rPr lang="en-GB"/>
              <a:t>Group 24</a:t>
            </a:r>
            <a:endParaRPr lang="en-GB" noProof="0"/>
          </a:p>
        </p:txBody>
      </p:sp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63B519A7-8D6B-87C4-BBFC-D7BFEC513EDA}"/>
              </a:ext>
            </a:extLst>
          </p:cNvPr>
          <p:cNvSpPr>
            <a:spLocks noGrp="1"/>
          </p:cNvSpPr>
          <p:nvPr>
            <p:ph type="dt" sz="half" idx="12"/>
          </p:nvPr>
        </p:nvSpPr>
        <p:spPr>
          <a:xfrm>
            <a:off x="719137" y="5813671"/>
            <a:ext cx="766235" cy="184666"/>
          </a:xfrm>
        </p:spPr>
        <p:txBody>
          <a:bodyPr/>
          <a:lstStyle/>
          <a:p>
            <a:fld id="{A70DA17A-8D2C-4A91-9743-4EE9C30B5D2E}" type="datetime1">
              <a:rPr lang="nl-NL" smtClean="0"/>
              <a:t>12-6-2026</a:t>
            </a:fld>
            <a:endParaRPr lang="en-GB"/>
          </a:p>
        </p:txBody>
      </p:sp>
      <p:pic>
        <p:nvPicPr>
          <p:cNvPr id="11" name="image11.jpeg" descr="image11.jpeg">
            <a:extLst>
              <a:ext uri="{FF2B5EF4-FFF2-40B4-BE49-F238E27FC236}">
                <a16:creationId xmlns:a16="http://schemas.microsoft.com/office/drawing/2014/main" id="{0E45FCEB-BC1F-A22E-2EAB-6BD43EE34344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>
          <a:blip r:embed="rId3"/>
          <a:srcRect l="16710" r="16710"/>
          <a:stretch/>
        </p:blipFill>
        <p:spPr>
          <a:xfrm>
            <a:off x="7308357" y="0"/>
            <a:ext cx="4883643" cy="6858000"/>
          </a:xfrm>
          <a:ln w="12700" cap="flat">
            <a:noFill/>
            <a:miter lim="400000"/>
          </a:ln>
          <a:effectLst/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0D0C945C-3264-9CCC-45F7-F029285ACEE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09626" y="-1115"/>
            <a:ext cx="4884703" cy="68602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180550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81532BA-A567-0EE4-37B3-F34E9863517A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fld id="{86CF0BC4-CAAA-4113-A44D-B077CA6D06A0}" type="datetime1">
              <a:rPr lang="nl-NL" smtClean="0"/>
              <a:t>12-6-2026</a:t>
            </a:fld>
            <a:endParaRPr lang="en-GB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583FA54-2DFB-3B88-55E5-4B5167FB9D29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fld id="{9E843DB9-9987-4157-AB9C-CEA8D7D910BB}" type="slidenum">
              <a:rPr lang="en-GB" smtClean="0"/>
              <a:pPr/>
              <a:t>2</a:t>
            </a:fld>
            <a:endParaRPr lang="en-GB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9D28AB94-866E-5255-79C3-EA68FE03B2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cs typeface="Arial"/>
              </a:rPr>
              <a:t>Context: Why AES is needed?</a:t>
            </a:r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822960" y="155448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buNone/>
            </a:pPr>
            <a:r>
              <a:rPr sz="2200" b="1" i="0">
                <a:solidFill>
                  <a:srgbClr val="00B0F0"/>
                </a:solidFill>
              </a:rPr>
              <a:t>AES-128 is the worldwide standard for symmetric encryption (NIST FIPS-197).</a:t>
            </a:r>
          </a:p>
          <a:p>
            <a:pPr>
              <a:spcAft>
                <a:spcPts val="1000"/>
              </a:spcAft>
            </a:pPr>
            <a:r>
              <a:rPr sz="2000" b="0" i="0">
                <a:solidFill>
                  <a:srgbClr val="202020"/>
                </a:solidFill>
              </a:rPr>
              <a:t>It runs constantly on small embedded and IoT processors: TLS handshakes, secure boot, disk and message encryption.</a:t>
            </a:r>
          </a:p>
          <a:p>
            <a:pPr>
              <a:spcAft>
                <a:spcPts val="1000"/>
              </a:spcAft>
            </a:pPr>
            <a:r>
              <a:rPr sz="2000" b="0" i="0">
                <a:solidFill>
                  <a:srgbClr val="202020"/>
                </a:solidFill>
              </a:rPr>
              <a:t>On a plain RISC-V core, AES is pure software: thousands of cycles per block, which is slow and power-hungry.</a:t>
            </a:r>
          </a:p>
          <a:p>
            <a:pPr>
              <a:spcAft>
                <a:spcPts val="1400"/>
              </a:spcAft>
            </a:pPr>
            <a:r>
              <a:rPr sz="2000" b="0" i="0">
                <a:solidFill>
                  <a:srgbClr val="202020"/>
                </a:solidFill>
              </a:rPr>
              <a:t>Naive AES also leaks: an attacker measuring power can recover the key (side-channel attack).</a:t>
            </a:r>
          </a:p>
          <a:p>
            <a:pPr>
              <a:spcAft>
                <a:spcPts val="400"/>
              </a:spcAft>
              <a:buNone/>
            </a:pPr>
            <a:r>
              <a:rPr sz="2000" b="1" i="0">
                <a:solidFill>
                  <a:srgbClr val="202020"/>
                </a:solidFill>
              </a:rPr>
              <a:t>Our goal: make AES on RISC-V both fast (hardware instructions) and side-channel resistant.</a:t>
            </a:r>
          </a:p>
        </p:txBody>
      </p:sp>
    </p:spTree>
    <p:extLst>
      <p:ext uri="{BB962C8B-B14F-4D97-AF65-F5344CB8AC3E}">
        <p14:creationId xmlns:p14="http://schemas.microsoft.com/office/powerpoint/2010/main" val="123997698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B994BAD7-1490-F4D5-9092-3EB7111B7DF7}"/>
              </a:ext>
            </a:extLst>
          </p:cNvPr>
          <p:cNvSpPr>
            <a:spLocks noGrp="1"/>
          </p:cNvSpPr>
          <p:nvPr>
            <p:ph type="dt" sz="half" idx="18"/>
          </p:nvPr>
        </p:nvSpPr>
        <p:spPr>
          <a:xfrm>
            <a:off x="10146569" y="6405669"/>
            <a:ext cx="766235" cy="184666"/>
          </a:xfrm>
        </p:spPr>
        <p:txBody>
          <a:bodyPr wrap="none" anchor="ctr">
            <a:normAutofit/>
          </a:bodyPr>
          <a:lstStyle/>
          <a:p>
            <a:pPr>
              <a:spcAft>
                <a:spcPts val="600"/>
              </a:spcAft>
            </a:pPr>
            <a:fld id="{087A43E6-197A-4232-A775-7017A41F9758}" type="datetime1">
              <a:rPr lang="nl-NL" smtClean="0"/>
              <a:pPr>
                <a:spcAft>
                  <a:spcPts val="600"/>
                </a:spcAft>
              </a:pPr>
              <a:t>12-6-2026</a:t>
            </a:fld>
            <a:endParaRPr lang="en-GB"/>
          </a:p>
        </p:txBody>
      </p:sp>
      <p:sp>
        <p:nvSpPr>
          <p:cNvPr id="16" name="Tijdelijke aanduiding voor dianummer 15">
            <a:extLst>
              <a:ext uri="{FF2B5EF4-FFF2-40B4-BE49-F238E27FC236}">
                <a16:creationId xmlns:a16="http://schemas.microsoft.com/office/drawing/2014/main" id="{BBB35617-5649-3A69-5ACC-A5828B3F289A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>
          <a:xfrm>
            <a:off x="11178464" y="6405669"/>
            <a:ext cx="291298" cy="184666"/>
          </a:xfrm>
        </p:spPr>
        <p:txBody>
          <a:bodyPr wrap="none" anchor="ctr">
            <a:normAutofit/>
          </a:bodyPr>
          <a:lstStyle/>
          <a:p>
            <a:pPr>
              <a:spcAft>
                <a:spcPts val="600"/>
              </a:spcAft>
            </a:pPr>
            <a:fld id="{9E843DB9-9987-4157-AB9C-CEA8D7D910BB}" type="slidenum">
              <a:rPr lang="en-GB" smtClean="0"/>
              <a:pPr>
                <a:spcAft>
                  <a:spcPts val="600"/>
                </a:spcAft>
              </a:pPr>
              <a:t>3</a:t>
            </a:fld>
            <a:endParaRPr lang="en-GB"/>
          </a:p>
        </p:txBody>
      </p:sp>
      <p:sp>
        <p:nvSpPr>
          <p:cNvPr id="14" name="Titel 13">
            <a:extLst>
              <a:ext uri="{FF2B5EF4-FFF2-40B4-BE49-F238E27FC236}">
                <a16:creationId xmlns:a16="http://schemas.microsoft.com/office/drawing/2014/main" id="{4E840CAD-8869-66D6-F142-07912B6A4D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8666" y="722454"/>
            <a:ext cx="10752610" cy="323409"/>
          </a:xfrm>
        </p:spPr>
        <p:txBody>
          <a:bodyPr anchor="ctr">
            <a:noAutofit/>
          </a:bodyPr>
          <a:lstStyle/>
          <a:p>
            <a:r>
              <a:rPr lang="en-US" sz="2500" b="0">
                <a:highlight>
                  <a:srgbClr val="FFFFFF"/>
                </a:highlight>
                <a:ea typeface="+mj-lt"/>
                <a:cs typeface="+mj-lt"/>
              </a:rPr>
              <a:t>Advanced Encryption Standard (</a:t>
            </a:r>
            <a:r>
              <a:rPr lang="en-US" sz="2400"/>
              <a:t>AES)</a:t>
            </a:r>
            <a:endParaRPr lang="en-US" sz="2400">
              <a:cs typeface="Arial"/>
            </a:endParaRPr>
          </a:p>
        </p:txBody>
      </p:sp>
      <p:sp>
        <p:nvSpPr>
          <p:cNvPr id="8" name="Tijdelijke aanduiding voor tekst 7">
            <a:extLst>
              <a:ext uri="{FF2B5EF4-FFF2-40B4-BE49-F238E27FC236}">
                <a16:creationId xmlns:a16="http://schemas.microsoft.com/office/drawing/2014/main" id="{73C0F465-AC54-5AF4-B9C9-64F21371EF32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718666" y="1236363"/>
            <a:ext cx="5185805" cy="4352544"/>
          </a:xfrm>
        </p:spPr>
        <p:txBody>
          <a:bodyPr vert="horz" lIns="0" tIns="0" rIns="0" bIns="0" rtlCol="0" anchor="t">
            <a:normAutofit/>
          </a:bodyPr>
          <a:lstStyle/>
          <a:p>
            <a:pPr lvl="2"/>
            <a:r>
              <a:rPr lang="en-US" b="1">
                <a:ea typeface="+mn-lt"/>
                <a:cs typeface="+mn-lt"/>
              </a:rPr>
              <a:t>What is AES?</a:t>
            </a:r>
            <a:endParaRPr lang="en-US"/>
          </a:p>
          <a:p>
            <a:pPr>
              <a:buClr>
                <a:srgbClr val="00A6D6"/>
              </a:buClr>
              <a:buFont typeface="Arial"/>
              <a:buChar char="•"/>
            </a:pPr>
            <a:r>
              <a:rPr lang="en-US">
                <a:ea typeface="+mn-lt"/>
                <a:cs typeface="+mn-lt"/>
              </a:rPr>
              <a:t>Symmetric block cipher — same key for encryption and decryption</a:t>
            </a:r>
            <a:endParaRPr lang="en-US"/>
          </a:p>
          <a:p>
            <a:pPr>
              <a:buClr>
                <a:srgbClr val="00A6D6"/>
              </a:buClr>
              <a:buFont typeface="Arial"/>
              <a:buChar char="•"/>
            </a:pPr>
            <a:r>
              <a:rPr lang="en-US">
                <a:ea typeface="+mn-lt"/>
                <a:cs typeface="+mn-lt"/>
              </a:rPr>
              <a:t>Operates on a </a:t>
            </a:r>
            <a:r>
              <a:rPr lang="en-US" b="1">
                <a:ea typeface="+mn-lt"/>
                <a:cs typeface="+mn-lt"/>
              </a:rPr>
              <a:t>4×4 matrix of bytes</a:t>
            </a:r>
            <a:r>
              <a:rPr lang="en-US">
                <a:ea typeface="+mn-lt"/>
                <a:cs typeface="+mn-lt"/>
              </a:rPr>
              <a:t> called the </a:t>
            </a:r>
            <a:r>
              <a:rPr lang="en-US" b="1">
                <a:ea typeface="+mn-lt"/>
                <a:cs typeface="+mn-lt"/>
              </a:rPr>
              <a:t>state</a:t>
            </a:r>
            <a:r>
              <a:rPr lang="en-US">
                <a:ea typeface="+mn-lt"/>
                <a:cs typeface="+mn-lt"/>
              </a:rPr>
              <a:t> (= 128 bits)</a:t>
            </a:r>
            <a:endParaRPr lang="en-US"/>
          </a:p>
          <a:p>
            <a:pPr>
              <a:buClr>
                <a:srgbClr val="00A6D6"/>
              </a:buClr>
              <a:buFont typeface="Arial"/>
              <a:buChar char="•"/>
            </a:pPr>
            <a:r>
              <a:rPr lang="en-US">
                <a:ea typeface="+mn-lt"/>
                <a:cs typeface="+mn-lt"/>
              </a:rPr>
              <a:t>Key is expanded into </a:t>
            </a:r>
            <a:r>
              <a:rPr lang="en-US" b="1">
                <a:ea typeface="+mn-lt"/>
                <a:cs typeface="+mn-lt"/>
              </a:rPr>
              <a:t>11 round keys</a:t>
            </a:r>
            <a:r>
              <a:rPr lang="en-US">
                <a:ea typeface="+mn-lt"/>
                <a:cs typeface="+mn-lt"/>
              </a:rPr>
              <a:t> via the key schedule</a:t>
            </a:r>
            <a:endParaRPr lang="en-US"/>
          </a:p>
          <a:p>
            <a:pPr lvl="2"/>
            <a:endParaRPr lang="en-US" kern="1200">
              <a:cs typeface="Arial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F595A8AA-1FB9-BD20-7205-ECDD8C618C4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5387" r="4" b="6033"/>
          <a:stretch>
            <a:fillRect/>
          </a:stretch>
        </p:blipFill>
        <p:spPr>
          <a:xfrm>
            <a:off x="6285471" y="1236363"/>
            <a:ext cx="5185805" cy="4352544"/>
          </a:xfrm>
          <a:prstGeom prst="rect">
            <a:avLst/>
          </a:prstGeom>
          <a:noFill/>
        </p:spPr>
      </p:pic>
      <p:pic>
        <p:nvPicPr>
          <p:cNvPr id="3" name="Picture 2" descr="Advanced Encryption Standard - Wikipedia">
            <a:extLst>
              <a:ext uri="{FF2B5EF4-FFF2-40B4-BE49-F238E27FC236}">
                <a16:creationId xmlns:a16="http://schemas.microsoft.com/office/drawing/2014/main" id="{0DD8A2EF-D895-98DD-4D3D-EA1F87646D9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09466" y="3974914"/>
            <a:ext cx="3999834" cy="22397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57660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45B1BE-E960-A1BA-719C-7AAABC9D6A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C0FDE936-3BB3-63B2-5CB5-5C4FC8C7BC1A}"/>
              </a:ext>
            </a:extLst>
          </p:cNvPr>
          <p:cNvSpPr>
            <a:spLocks noGrp="1"/>
          </p:cNvSpPr>
          <p:nvPr>
            <p:ph type="dt" sz="half" idx="18"/>
          </p:nvPr>
        </p:nvSpPr>
        <p:spPr>
          <a:xfrm>
            <a:off x="10146569" y="6405669"/>
            <a:ext cx="766235" cy="184666"/>
          </a:xfrm>
        </p:spPr>
        <p:txBody>
          <a:bodyPr wrap="none" anchor="ctr">
            <a:normAutofit/>
          </a:bodyPr>
          <a:lstStyle/>
          <a:p>
            <a:pPr>
              <a:spcAft>
                <a:spcPts val="600"/>
              </a:spcAft>
            </a:pPr>
            <a:fld id="{087A43E6-197A-4232-A775-7017A41F9758}" type="datetime1">
              <a:rPr lang="nl-NL" smtClean="0"/>
              <a:pPr>
                <a:spcAft>
                  <a:spcPts val="600"/>
                </a:spcAft>
              </a:pPr>
              <a:t>12-6-2026</a:t>
            </a:fld>
            <a:endParaRPr lang="en-GB"/>
          </a:p>
        </p:txBody>
      </p:sp>
      <p:sp>
        <p:nvSpPr>
          <p:cNvPr id="16" name="Tijdelijke aanduiding voor dianummer 15">
            <a:extLst>
              <a:ext uri="{FF2B5EF4-FFF2-40B4-BE49-F238E27FC236}">
                <a16:creationId xmlns:a16="http://schemas.microsoft.com/office/drawing/2014/main" id="{0C23A22A-FE7A-7F93-C7BF-EE05AEAA0CED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>
          <a:xfrm>
            <a:off x="11178464" y="6405669"/>
            <a:ext cx="291298" cy="184666"/>
          </a:xfrm>
        </p:spPr>
        <p:txBody>
          <a:bodyPr wrap="none" anchor="ctr">
            <a:normAutofit/>
          </a:bodyPr>
          <a:lstStyle/>
          <a:p>
            <a:pPr>
              <a:spcAft>
                <a:spcPts val="600"/>
              </a:spcAft>
            </a:pPr>
            <a:fld id="{9E843DB9-9987-4157-AB9C-CEA8D7D910BB}" type="slidenum">
              <a:rPr lang="en-GB" smtClean="0"/>
              <a:pPr>
                <a:spcAft>
                  <a:spcPts val="600"/>
                </a:spcAft>
              </a:pPr>
              <a:t>4</a:t>
            </a:fld>
            <a:endParaRPr lang="en-GB"/>
          </a:p>
        </p:txBody>
      </p:sp>
      <p:sp>
        <p:nvSpPr>
          <p:cNvPr id="14" name="Titel 13">
            <a:extLst>
              <a:ext uri="{FF2B5EF4-FFF2-40B4-BE49-F238E27FC236}">
                <a16:creationId xmlns:a16="http://schemas.microsoft.com/office/drawing/2014/main" id="{3D13561E-548A-3F88-1820-7E605FD4E6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8666" y="722454"/>
            <a:ext cx="10752610" cy="323409"/>
          </a:xfrm>
        </p:spPr>
        <p:txBody>
          <a:bodyPr anchor="ctr">
            <a:noAutofit/>
          </a:bodyPr>
          <a:lstStyle/>
          <a:p>
            <a:r>
              <a:rPr lang="en-US" sz="2500" b="0">
                <a:highlight>
                  <a:srgbClr val="FFFFFF"/>
                </a:highlight>
                <a:ea typeface="+mj-lt"/>
                <a:cs typeface="+mj-lt"/>
              </a:rPr>
              <a:t>Advanced Encryption Standard </a:t>
            </a:r>
            <a:r>
              <a:rPr lang="en-US" sz="2500" b="0">
                <a:highlight>
                  <a:srgbClr val="FFFFFF"/>
                </a:highlight>
              </a:rPr>
              <a:t>(</a:t>
            </a:r>
            <a:r>
              <a:rPr lang="en-US" sz="2400"/>
              <a:t>AES)</a:t>
            </a:r>
            <a:endParaRPr lang="en-US" sz="2400">
              <a:cs typeface="Arial"/>
            </a:endParaRPr>
          </a:p>
        </p:txBody>
      </p:sp>
      <p:sp>
        <p:nvSpPr>
          <p:cNvPr id="8" name="Tijdelijke aanduiding voor tekst 7">
            <a:extLst>
              <a:ext uri="{FF2B5EF4-FFF2-40B4-BE49-F238E27FC236}">
                <a16:creationId xmlns:a16="http://schemas.microsoft.com/office/drawing/2014/main" id="{9AF2C7E4-2626-0F4C-15F7-8057D138F096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718666" y="1236363"/>
            <a:ext cx="6835197" cy="4352544"/>
          </a:xfrm>
        </p:spPr>
        <p:txBody>
          <a:bodyPr vert="horz" lIns="0" tIns="0" rIns="0" bIns="0" rtlCol="0" anchor="t">
            <a:normAutofit/>
          </a:bodyPr>
          <a:lstStyle/>
          <a:p>
            <a:pPr lvl="2"/>
            <a:r>
              <a:rPr lang="en-US" b="1">
                <a:ea typeface="+mn-lt"/>
                <a:cs typeface="+mn-lt"/>
              </a:rPr>
              <a:t>How does AES work?</a:t>
            </a:r>
          </a:p>
          <a:p>
            <a:pPr lvl="2"/>
            <a:r>
              <a:rPr lang="en-US" b="1">
                <a:ea typeface="+mn-lt"/>
                <a:cs typeface="+mn-lt"/>
              </a:rPr>
              <a:t>Initial Round</a:t>
            </a:r>
            <a:r>
              <a:rPr lang="en-US">
                <a:ea typeface="+mn-lt"/>
                <a:cs typeface="+mn-lt"/>
              </a:rPr>
              <a:t> Plain text </a:t>
            </a:r>
            <a:r>
              <a:rPr lang="en-US" err="1">
                <a:ea typeface="+mn-lt"/>
                <a:cs typeface="+mn-lt"/>
              </a:rPr>
              <a:t>XOR'd</a:t>
            </a:r>
            <a:r>
              <a:rPr lang="en-US">
                <a:ea typeface="+mn-lt"/>
                <a:cs typeface="+mn-lt"/>
              </a:rPr>
              <a:t> with round key 0 </a:t>
            </a:r>
            <a:endParaRPr lang="en-US">
              <a:cs typeface="Arial"/>
            </a:endParaRPr>
          </a:p>
          <a:p>
            <a:pPr lvl="2"/>
            <a:r>
              <a:rPr lang="en-US" b="1">
                <a:ea typeface="+mn-lt"/>
                <a:cs typeface="+mn-lt"/>
              </a:rPr>
              <a:t>Middle Rounds × 9</a:t>
            </a:r>
            <a:endParaRPr lang="en-US">
              <a:ea typeface="+mn-lt"/>
              <a:cs typeface="+mn-lt"/>
            </a:endParaRPr>
          </a:p>
          <a:p>
            <a:pPr>
              <a:buClr>
                <a:srgbClr val="00A6D6"/>
              </a:buClr>
              <a:buFont typeface="Arial"/>
              <a:buChar char="•"/>
            </a:pPr>
            <a:r>
              <a:rPr lang="en-US" b="1" err="1">
                <a:ea typeface="+mn-lt"/>
                <a:cs typeface="+mn-lt"/>
              </a:rPr>
              <a:t>SubBytes</a:t>
            </a:r>
            <a:r>
              <a:rPr lang="en-US">
                <a:ea typeface="+mn-lt"/>
                <a:cs typeface="+mn-lt"/>
              </a:rPr>
              <a:t> — Byte substitution via S-box (confusion)</a:t>
            </a:r>
            <a:endParaRPr lang="en-US"/>
          </a:p>
          <a:p>
            <a:pPr>
              <a:buClr>
                <a:srgbClr val="00A6D6"/>
              </a:buClr>
              <a:buFont typeface="Arial"/>
              <a:buChar char="•"/>
            </a:pPr>
            <a:r>
              <a:rPr lang="en-US" b="1" err="1">
                <a:ea typeface="+mn-lt"/>
                <a:cs typeface="+mn-lt"/>
              </a:rPr>
              <a:t>ShiftRows</a:t>
            </a:r>
            <a:r>
              <a:rPr lang="en-US">
                <a:ea typeface="+mn-lt"/>
                <a:cs typeface="+mn-lt"/>
              </a:rPr>
              <a:t> — Cyclic row shifts to spread data across columns</a:t>
            </a:r>
          </a:p>
          <a:p>
            <a:pPr>
              <a:buClr>
                <a:srgbClr val="00A6D6"/>
              </a:buClr>
              <a:buFont typeface="Arial"/>
              <a:buChar char="•"/>
            </a:pPr>
            <a:r>
              <a:rPr lang="en-US" b="1" err="1">
                <a:ea typeface="+mn-lt"/>
                <a:cs typeface="+mn-lt"/>
              </a:rPr>
              <a:t>MixColumns</a:t>
            </a:r>
            <a:r>
              <a:rPr lang="en-US">
                <a:ea typeface="+mn-lt"/>
                <a:cs typeface="+mn-lt"/>
              </a:rPr>
              <a:t> — Column mixing over GF(2⁸) (diffusion)</a:t>
            </a:r>
            <a:endParaRPr lang="en-US"/>
          </a:p>
          <a:p>
            <a:pPr>
              <a:buClr>
                <a:srgbClr val="00A6D6"/>
              </a:buClr>
              <a:buFont typeface="Arial"/>
              <a:buChar char="•"/>
            </a:pPr>
            <a:r>
              <a:rPr lang="en-US" b="1">
                <a:ea typeface="+mn-lt"/>
                <a:cs typeface="+mn-lt"/>
              </a:rPr>
              <a:t>AddRoundKey</a:t>
            </a:r>
            <a:r>
              <a:rPr lang="en-US">
                <a:ea typeface="+mn-lt"/>
                <a:cs typeface="+mn-lt"/>
              </a:rPr>
              <a:t> — XOR with current round key</a:t>
            </a:r>
          </a:p>
          <a:p>
            <a:pPr indent="0">
              <a:buNone/>
            </a:pPr>
            <a:r>
              <a:rPr lang="en-US" b="1">
                <a:ea typeface="+mn-lt"/>
                <a:cs typeface="+mn-lt"/>
              </a:rPr>
              <a:t>Final Round (Round 10)</a:t>
            </a:r>
            <a:r>
              <a:rPr lang="en-US">
                <a:ea typeface="+mn-lt"/>
                <a:cs typeface="+mn-lt"/>
              </a:rPr>
              <a:t> Same as middle rounds but </a:t>
            </a:r>
            <a:r>
              <a:rPr lang="en-US" b="1">
                <a:ea typeface="+mn-lt"/>
                <a:cs typeface="+mn-lt"/>
              </a:rPr>
              <a:t>no </a:t>
            </a:r>
            <a:r>
              <a:rPr lang="en-US" b="1" err="1">
                <a:ea typeface="+mn-lt"/>
                <a:cs typeface="+mn-lt"/>
              </a:rPr>
              <a:t>MixColumns</a:t>
            </a:r>
            <a:endParaRPr lang="en-US" err="1">
              <a:ea typeface="+mn-lt"/>
              <a:cs typeface="+mn-lt"/>
            </a:endParaRPr>
          </a:p>
          <a:p>
            <a:pPr lvl="2"/>
            <a:endParaRPr lang="en-US" b="1" kern="1200">
              <a:cs typeface="Arial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715C019-FAD9-23ED-3F7D-24C4B6C3D0C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62455" y="880405"/>
            <a:ext cx="4433344" cy="48719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537450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E582E4-985D-EDCC-A997-281BB59C22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9EF4DD01-BDA7-02AD-F745-81027A63279E}"/>
              </a:ext>
            </a:extLst>
          </p:cNvPr>
          <p:cNvSpPr>
            <a:spLocks noGrp="1"/>
          </p:cNvSpPr>
          <p:nvPr>
            <p:ph type="dt" sz="half" idx="18"/>
          </p:nvPr>
        </p:nvSpPr>
        <p:spPr>
          <a:xfrm>
            <a:off x="10146569" y="6405669"/>
            <a:ext cx="766235" cy="184666"/>
          </a:xfrm>
        </p:spPr>
        <p:txBody>
          <a:bodyPr wrap="none" anchor="ctr">
            <a:normAutofit/>
          </a:bodyPr>
          <a:lstStyle/>
          <a:p>
            <a:pPr>
              <a:spcAft>
                <a:spcPts val="600"/>
              </a:spcAft>
            </a:pPr>
            <a:fld id="{087A43E6-197A-4232-A775-7017A41F9758}" type="datetime1">
              <a:rPr lang="nl-NL" smtClean="0"/>
              <a:pPr>
                <a:spcAft>
                  <a:spcPts val="600"/>
                </a:spcAft>
              </a:pPr>
              <a:t>12-6-2026</a:t>
            </a:fld>
            <a:endParaRPr lang="en-GB"/>
          </a:p>
        </p:txBody>
      </p:sp>
      <p:sp>
        <p:nvSpPr>
          <p:cNvPr id="16" name="Tijdelijke aanduiding voor dianummer 15">
            <a:extLst>
              <a:ext uri="{FF2B5EF4-FFF2-40B4-BE49-F238E27FC236}">
                <a16:creationId xmlns:a16="http://schemas.microsoft.com/office/drawing/2014/main" id="{774DE386-282B-CB09-A1B7-772C2B66A60F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>
          <a:xfrm>
            <a:off x="11178464" y="6405669"/>
            <a:ext cx="291298" cy="184666"/>
          </a:xfrm>
        </p:spPr>
        <p:txBody>
          <a:bodyPr wrap="none" anchor="ctr">
            <a:normAutofit/>
          </a:bodyPr>
          <a:lstStyle/>
          <a:p>
            <a:pPr>
              <a:spcAft>
                <a:spcPts val="600"/>
              </a:spcAft>
            </a:pPr>
            <a:fld id="{9E843DB9-9987-4157-AB9C-CEA8D7D910BB}" type="slidenum">
              <a:rPr lang="en-GB" smtClean="0"/>
              <a:pPr>
                <a:spcAft>
                  <a:spcPts val="600"/>
                </a:spcAft>
              </a:pPr>
              <a:t>5</a:t>
            </a:fld>
            <a:endParaRPr lang="en-GB"/>
          </a:p>
        </p:txBody>
      </p:sp>
      <p:sp>
        <p:nvSpPr>
          <p:cNvPr id="14" name="Titel 13">
            <a:extLst>
              <a:ext uri="{FF2B5EF4-FFF2-40B4-BE49-F238E27FC236}">
                <a16:creationId xmlns:a16="http://schemas.microsoft.com/office/drawing/2014/main" id="{6A6725BD-CFE5-7DB0-5442-8B5A7D4580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8666" y="722454"/>
            <a:ext cx="10752610" cy="323409"/>
          </a:xfrm>
        </p:spPr>
        <p:txBody>
          <a:bodyPr vert="horz" lIns="0" tIns="0" rIns="0" bIns="378000" rtlCol="0" anchor="ctr">
            <a:noAutofit/>
          </a:bodyPr>
          <a:lstStyle/>
          <a:p>
            <a:r>
              <a:rPr lang="en-US" sz="2500" b="0"/>
              <a:t>Advanced Encryption Standard (</a:t>
            </a:r>
            <a:r>
              <a:rPr lang="en-US" sz="2400"/>
              <a:t>AES)</a:t>
            </a:r>
            <a:endParaRPr lang="en-US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8E69A723-76E1-E050-F698-54F0B3DC6E7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5370" r="4804" b="1"/>
          <a:stretch>
            <a:fillRect/>
          </a:stretch>
        </p:blipFill>
        <p:spPr>
          <a:xfrm>
            <a:off x="718666" y="1236363"/>
            <a:ext cx="5185805" cy="4352544"/>
          </a:xfrm>
          <a:prstGeom prst="rect">
            <a:avLst/>
          </a:prstGeom>
          <a:noFill/>
        </p:spPr>
      </p:pic>
      <p:sp>
        <p:nvSpPr>
          <p:cNvPr id="8" name="Tijdelijke aanduiding voor tekst 7">
            <a:extLst>
              <a:ext uri="{FF2B5EF4-FFF2-40B4-BE49-F238E27FC236}">
                <a16:creationId xmlns:a16="http://schemas.microsoft.com/office/drawing/2014/main" id="{3CBB743A-1012-DD85-D620-BFE9E8A87F38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6285471" y="725661"/>
            <a:ext cx="5599230" cy="4352544"/>
          </a:xfrm>
        </p:spPr>
        <p:txBody>
          <a:bodyPr vert="horz" lIns="0" tIns="0" rIns="0" bIns="0" rtlCol="0" anchor="t">
            <a:noAutofit/>
          </a:bodyPr>
          <a:lstStyle/>
          <a:p>
            <a:pPr lvl="2"/>
            <a:r>
              <a:rPr lang="en-US" sz="1600" b="1" kern="1200"/>
              <a:t>Where is AES used?</a:t>
            </a:r>
            <a:endParaRPr lang="en-US" sz="1600" b="1" kern="1200">
              <a:cs typeface="Arial"/>
            </a:endParaRPr>
          </a:p>
          <a:p>
            <a:pPr marL="0">
              <a:buClr>
                <a:srgbClr val="00A6D6"/>
              </a:buClr>
              <a:buFont typeface="Arial"/>
              <a:buChar char="•"/>
            </a:pPr>
            <a:r>
              <a:rPr lang="en-US" sz="1600" b="1" kern="1200"/>
              <a:t>HTTPS/TLS</a:t>
            </a:r>
            <a:r>
              <a:rPr lang="en-US" sz="1600" kern="1200"/>
              <a:t> — Every secure website visit (banking, shopping) encrypts data using AES</a:t>
            </a:r>
            <a:endParaRPr lang="en-US" sz="1600" kern="1200">
              <a:cs typeface="Arial"/>
            </a:endParaRPr>
          </a:p>
          <a:p>
            <a:pPr marL="0">
              <a:buClr>
                <a:srgbClr val="00A6D6"/>
              </a:buClr>
              <a:buFont typeface="Arial"/>
              <a:buChar char="•"/>
            </a:pPr>
            <a:r>
              <a:rPr lang="en-US" sz="1600" b="1" kern="1200"/>
              <a:t>Wi-Fi (WPA2/WPA3)</a:t>
            </a:r>
            <a:r>
              <a:rPr lang="en-US" sz="1600" kern="1200"/>
              <a:t> — Your home/office network uses AES to protect wireless traffic</a:t>
            </a:r>
            <a:endParaRPr lang="en-US" sz="1600" kern="1200">
              <a:cs typeface="Arial"/>
            </a:endParaRPr>
          </a:p>
          <a:p>
            <a:pPr marL="0">
              <a:buClr>
                <a:srgbClr val="00A6D6"/>
              </a:buClr>
              <a:buFont typeface="Arial"/>
              <a:buChar char="•"/>
            </a:pPr>
            <a:r>
              <a:rPr lang="en-US" sz="1600" b="1" kern="1200"/>
              <a:t>File encryption</a:t>
            </a:r>
            <a:r>
              <a:rPr lang="en-US" sz="1600" kern="1200"/>
              <a:t> — BitLocker (Windows), </a:t>
            </a:r>
            <a:r>
              <a:rPr lang="en-US" sz="1600" kern="1200" err="1"/>
              <a:t>FileVault</a:t>
            </a:r>
            <a:r>
              <a:rPr lang="en-US" sz="1600" kern="1200"/>
              <a:t> (Mac) encrypt your hard drive with AES</a:t>
            </a:r>
            <a:endParaRPr lang="en-US" sz="1600" kern="1200">
              <a:cs typeface="Arial"/>
            </a:endParaRPr>
          </a:p>
          <a:p>
            <a:pPr marL="0">
              <a:buClr>
                <a:srgbClr val="00A6D6"/>
              </a:buClr>
              <a:buFont typeface="Arial"/>
              <a:buChar char="•"/>
            </a:pPr>
            <a:r>
              <a:rPr lang="en-US" sz="1600" b="1" kern="1200"/>
              <a:t>Cloud storage</a:t>
            </a:r>
            <a:r>
              <a:rPr lang="en-US" sz="1600" kern="1200"/>
              <a:t> — Google Drive, Dropbox encrypt stored files using AES-256</a:t>
            </a:r>
            <a:endParaRPr lang="en-US" sz="1600" kern="1200">
              <a:cs typeface="Arial"/>
            </a:endParaRPr>
          </a:p>
          <a:p>
            <a:pPr marL="0">
              <a:buFont typeface="Arial"/>
              <a:buChar char="•"/>
            </a:pPr>
            <a:r>
              <a:rPr lang="en-US" sz="1600" b="1" kern="1200"/>
              <a:t>VPNs</a:t>
            </a:r>
            <a:r>
              <a:rPr lang="en-US" sz="1600" kern="1200"/>
              <a:t> — All major VPN providers (NordVPN, OpenVPN) use AES as their core cipher</a:t>
            </a:r>
            <a:endParaRPr lang="en-US" sz="1600" kern="1200">
              <a:cs typeface="Arial"/>
            </a:endParaRPr>
          </a:p>
          <a:p>
            <a:pPr marL="0">
              <a:buFont typeface="Arial"/>
              <a:buChar char="•"/>
            </a:pPr>
            <a:r>
              <a:rPr lang="en-US" sz="1600" b="1" kern="1200"/>
              <a:t>USB drives &amp; SSDs</a:t>
            </a:r>
            <a:r>
              <a:rPr lang="en-US" sz="1600" kern="1200"/>
              <a:t> — Hardware-encrypted storage uses dedicated AES engines</a:t>
            </a:r>
            <a:endParaRPr lang="en-US" sz="1600" kern="1200">
              <a:cs typeface="Arial"/>
            </a:endParaRPr>
          </a:p>
          <a:p>
            <a:pPr marL="0">
              <a:buFont typeface="Arial"/>
              <a:buChar char="•"/>
            </a:pPr>
            <a:r>
              <a:rPr lang="en-US" sz="1600" b="1" kern="1200"/>
              <a:t>Smart cards &amp; passports</a:t>
            </a:r>
            <a:r>
              <a:rPr lang="en-US" sz="1600" kern="1200"/>
              <a:t> — AES protects biometric data in modern ID documents</a:t>
            </a:r>
            <a:endParaRPr lang="en-US" sz="1600" kern="1200">
              <a:cs typeface="Arial"/>
            </a:endParaRPr>
          </a:p>
          <a:p>
            <a:pPr marL="0">
              <a:buFont typeface="Arial"/>
              <a:buChar char="•"/>
            </a:pPr>
            <a:r>
              <a:rPr lang="en-US" sz="1600" b="1" kern="1200"/>
              <a:t>IoT devices</a:t>
            </a:r>
            <a:r>
              <a:rPr lang="en-US" sz="1600" kern="1200"/>
              <a:t> — Sensors and embedded systems use AES for secure communication</a:t>
            </a:r>
            <a:endParaRPr lang="en-US" sz="1600" kern="1200">
              <a:cs typeface="Arial"/>
            </a:endParaRPr>
          </a:p>
          <a:p>
            <a:pPr lvl="2" indent="0">
              <a:buFont typeface="Segoe UI Light" panose="020B0502040204020203" pitchFamily="34" charset="0"/>
              <a:buNone/>
            </a:pPr>
            <a:endParaRPr lang="en-US" sz="1600" kern="1200">
              <a:cs typeface="Arial"/>
            </a:endParaRPr>
          </a:p>
          <a:p>
            <a:pPr lvl="2"/>
            <a:endParaRPr lang="en-US" sz="1600" b="1" kern="1200"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82920150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989325-6AEB-5945-B404-59B9DE9FD5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A044BE13-A124-0669-2A16-8805E5DBD702}"/>
              </a:ext>
            </a:extLst>
          </p:cNvPr>
          <p:cNvSpPr>
            <a:spLocks noGrp="1"/>
          </p:cNvSpPr>
          <p:nvPr>
            <p:ph type="dt" sz="half" idx="18"/>
          </p:nvPr>
        </p:nvSpPr>
        <p:spPr>
          <a:xfrm>
            <a:off x="10146569" y="6405669"/>
            <a:ext cx="766235" cy="184666"/>
          </a:xfrm>
        </p:spPr>
        <p:txBody>
          <a:bodyPr wrap="none" anchor="ctr">
            <a:normAutofit/>
          </a:bodyPr>
          <a:lstStyle/>
          <a:p>
            <a:pPr>
              <a:spcAft>
                <a:spcPts val="600"/>
              </a:spcAft>
            </a:pPr>
            <a:fld id="{087A43E6-197A-4232-A775-7017A41F9758}" type="datetime1">
              <a:rPr lang="nl-NL" smtClean="0"/>
              <a:pPr>
                <a:spcAft>
                  <a:spcPts val="600"/>
                </a:spcAft>
              </a:pPr>
              <a:t>12-6-2026</a:t>
            </a:fld>
            <a:endParaRPr lang="en-GB"/>
          </a:p>
        </p:txBody>
      </p:sp>
      <p:sp>
        <p:nvSpPr>
          <p:cNvPr id="16" name="Tijdelijke aanduiding voor dianummer 15">
            <a:extLst>
              <a:ext uri="{FF2B5EF4-FFF2-40B4-BE49-F238E27FC236}">
                <a16:creationId xmlns:a16="http://schemas.microsoft.com/office/drawing/2014/main" id="{EDCDCCC8-0BB6-4F26-14DB-ECF8BC916F18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>
          <a:xfrm>
            <a:off x="11178464" y="6405669"/>
            <a:ext cx="291298" cy="184666"/>
          </a:xfrm>
        </p:spPr>
        <p:txBody>
          <a:bodyPr wrap="none" anchor="ctr">
            <a:normAutofit/>
          </a:bodyPr>
          <a:lstStyle/>
          <a:p>
            <a:pPr>
              <a:spcAft>
                <a:spcPts val="600"/>
              </a:spcAft>
            </a:pPr>
            <a:fld id="{9E843DB9-9987-4157-AB9C-CEA8D7D910BB}" type="slidenum">
              <a:rPr lang="en-GB" smtClean="0"/>
              <a:pPr>
                <a:spcAft>
                  <a:spcPts val="600"/>
                </a:spcAft>
              </a:pPr>
              <a:t>6</a:t>
            </a:fld>
            <a:endParaRPr lang="en-GB"/>
          </a:p>
        </p:txBody>
      </p:sp>
      <p:sp>
        <p:nvSpPr>
          <p:cNvPr id="14" name="Titel 13">
            <a:extLst>
              <a:ext uri="{FF2B5EF4-FFF2-40B4-BE49-F238E27FC236}">
                <a16:creationId xmlns:a16="http://schemas.microsoft.com/office/drawing/2014/main" id="{6F96CDF0-DD02-2795-6623-23E24E2EAD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8666" y="722454"/>
            <a:ext cx="10752610" cy="323409"/>
          </a:xfrm>
        </p:spPr>
        <p:txBody>
          <a:bodyPr vert="horz" lIns="0" tIns="0" rIns="0" bIns="378000" rtlCol="0" anchor="ctr">
            <a:noAutofit/>
          </a:bodyPr>
          <a:lstStyle/>
          <a:p>
            <a:r>
              <a:rPr lang="en-US" sz="2400"/>
              <a:t>Baseline software implementation</a:t>
            </a:r>
            <a:endParaRPr lang="en-US" sz="2400" err="1">
              <a:cs typeface="Arial"/>
            </a:endParaRPr>
          </a:p>
        </p:txBody>
      </p:sp>
      <p:sp>
        <p:nvSpPr>
          <p:cNvPr id="8" name="Tijdelijke aanduiding voor tekst 7">
            <a:extLst>
              <a:ext uri="{FF2B5EF4-FFF2-40B4-BE49-F238E27FC236}">
                <a16:creationId xmlns:a16="http://schemas.microsoft.com/office/drawing/2014/main" id="{2C23BCCB-28FB-8B4D-59B9-3F6409D13740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716386" y="1097280"/>
            <a:ext cx="10746783" cy="1463040"/>
          </a:xfrm>
        </p:spPr>
        <p:txBody>
          <a:bodyPr vert="horz" lIns="0" tIns="0" rIns="0" bIns="0" rtlCol="0" anchor="t">
            <a:noAutofit/>
          </a:bodyPr>
          <a:lstStyle/>
          <a:p>
            <a:pPr>
              <a:spcAft>
                <a:spcPts val="600"/>
              </a:spcAft>
              <a:buClr>
                <a:srgbClr val="00A6D6"/>
              </a:buClr>
              <a:buFont typeface="Arial,Sans-Serif" panose="020B0502040204020203" pitchFamily="34" charset="0"/>
              <a:buChar char="•"/>
            </a:pPr>
            <a:r>
              <a:rPr sz="2000" b="1" i="0">
                <a:solidFill>
                  <a:srgbClr val="202020"/>
                </a:solidFill>
              </a:rPr>
              <a:t>Pure C AES-128 on the unmodified RISCY core: standard loads, stores, XORs and shifts.</a:t>
            </a:r>
            <a:endParaRPr lang="en-US">
              <a:cs typeface="Arial"/>
            </a:endParaRPr>
          </a:p>
          <a:p>
            <a:pPr>
              <a:spcAft>
                <a:spcPts val="600"/>
              </a:spcAft>
            </a:pPr>
            <a:r>
              <a:rPr sz="2000" b="0" i="0">
                <a:solidFill>
                  <a:srgbClr val="202020"/>
                </a:solidFill>
              </a:rPr>
              <a:t>Table-based S-box and gf_mult MixColumns, all from data memory; no hardware acceleration.</a:t>
            </a: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FE5E67D5-DD26-4969-F4B6-FA0F2C2813E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91633304"/>
              </p:ext>
            </p:extLst>
          </p:nvPr>
        </p:nvGraphicFramePr>
        <p:xfrm>
          <a:off x="1215957" y="2606040"/>
          <a:ext cx="9754684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877342">
                  <a:extLst>
                    <a:ext uri="{9D8B030D-6E8A-4147-A177-3AD203B41FA5}">
                      <a16:colId xmlns:a16="http://schemas.microsoft.com/office/drawing/2014/main" val="361612601"/>
                    </a:ext>
                  </a:extLst>
                </a:gridCol>
                <a:gridCol w="4877342">
                  <a:extLst>
                    <a:ext uri="{9D8B030D-6E8A-4147-A177-3AD203B41FA5}">
                      <a16:colId xmlns:a16="http://schemas.microsoft.com/office/drawing/2014/main" val="3793921264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Resource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Count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0976873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/>
                        <a:t>Cycle Count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/>
                        <a:t>61184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8870347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/>
                        <a:t>LUTs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/>
                        <a:t>4644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02240058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/>
                        <a:t>Registers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/>
                        <a:t>2163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3177709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/>
                        <a:t>Muxes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/>
                        <a:t>284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8703135"/>
                  </a:ext>
                </a:extLst>
              </a:tr>
            </a:tbl>
          </a:graphicData>
        </a:graphic>
      </p:graphicFrame>
      <p:sp>
        <p:nvSpPr>
          <p:cNvPr id="17" name="TextBox 16"/>
          <p:cNvSpPr txBox="1"/>
          <p:nvPr/>
        </p:nvSpPr>
        <p:spPr>
          <a:xfrm>
            <a:off x="1216152" y="4800600"/>
            <a:ext cx="9692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buNone/>
            </a:pPr>
            <a:r>
              <a:rPr sz="1600" b="1" i="0">
                <a:solidFill>
                  <a:srgbClr val="00B0F0"/>
                </a:solidFill>
              </a:rPr>
              <a:t>61,184 cycles per block, almost all spent in MixColumns (next slide). This is the bottleneck the hardware targets.</a:t>
            </a:r>
          </a:p>
        </p:txBody>
      </p:sp>
    </p:spTree>
    <p:extLst>
      <p:ext uri="{BB962C8B-B14F-4D97-AF65-F5344CB8AC3E}">
        <p14:creationId xmlns:p14="http://schemas.microsoft.com/office/powerpoint/2010/main" val="155624117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B2452F-8E6F-FCA4-D687-539D84D732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134A40AE-F790-4ECD-9523-F6B0F98046C5}"/>
              </a:ext>
            </a:extLst>
          </p:cNvPr>
          <p:cNvSpPr>
            <a:spLocks noGrp="1"/>
          </p:cNvSpPr>
          <p:nvPr>
            <p:ph type="dt" sz="half" idx="18"/>
          </p:nvPr>
        </p:nvSpPr>
        <p:spPr>
          <a:xfrm>
            <a:off x="10146569" y="6405669"/>
            <a:ext cx="766235" cy="184666"/>
          </a:xfrm>
        </p:spPr>
        <p:txBody>
          <a:bodyPr wrap="none" anchor="ctr">
            <a:normAutofit/>
          </a:bodyPr>
          <a:lstStyle/>
          <a:p>
            <a:pPr>
              <a:spcAft>
                <a:spcPts val="600"/>
              </a:spcAft>
            </a:pPr>
            <a:fld id="{087A43E6-197A-4232-A775-7017A41F9758}" type="datetime1">
              <a:rPr lang="nl-NL" smtClean="0"/>
              <a:pPr>
                <a:spcAft>
                  <a:spcPts val="600"/>
                </a:spcAft>
              </a:pPr>
              <a:t>12-6-2026</a:t>
            </a:fld>
            <a:endParaRPr lang="en-GB"/>
          </a:p>
        </p:txBody>
      </p:sp>
      <p:sp>
        <p:nvSpPr>
          <p:cNvPr id="16" name="Tijdelijke aanduiding voor dianummer 15">
            <a:extLst>
              <a:ext uri="{FF2B5EF4-FFF2-40B4-BE49-F238E27FC236}">
                <a16:creationId xmlns:a16="http://schemas.microsoft.com/office/drawing/2014/main" id="{8937A121-5798-628E-FD75-B4D05FE0DCFE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>
          <a:xfrm>
            <a:off x="11178464" y="6405669"/>
            <a:ext cx="291298" cy="184666"/>
          </a:xfrm>
        </p:spPr>
        <p:txBody>
          <a:bodyPr wrap="none" anchor="ctr">
            <a:normAutofit/>
          </a:bodyPr>
          <a:lstStyle/>
          <a:p>
            <a:pPr>
              <a:spcAft>
                <a:spcPts val="600"/>
              </a:spcAft>
            </a:pPr>
            <a:fld id="{9E843DB9-9987-4157-AB9C-CEA8D7D910BB}" type="slidenum">
              <a:rPr lang="en-GB" smtClean="0"/>
              <a:pPr>
                <a:spcAft>
                  <a:spcPts val="600"/>
                </a:spcAft>
              </a:pPr>
              <a:t>7</a:t>
            </a:fld>
            <a:endParaRPr lang="en-GB"/>
          </a:p>
        </p:txBody>
      </p:sp>
      <p:sp>
        <p:nvSpPr>
          <p:cNvPr id="14" name="Titel 13">
            <a:extLst>
              <a:ext uri="{FF2B5EF4-FFF2-40B4-BE49-F238E27FC236}">
                <a16:creationId xmlns:a16="http://schemas.microsoft.com/office/drawing/2014/main" id="{DAA23D81-AE47-0615-1981-F6AA529FA0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8666" y="722454"/>
            <a:ext cx="10752610" cy="323409"/>
          </a:xfrm>
        </p:spPr>
        <p:txBody>
          <a:bodyPr vert="horz" lIns="0" tIns="0" rIns="0" bIns="378000" rtlCol="0" anchor="ctr">
            <a:noAutofit/>
          </a:bodyPr>
          <a:lstStyle/>
          <a:p>
            <a:r>
              <a:rPr lang="en-GB" sz="2400"/>
              <a:t>Baseline Bottlenecks </a:t>
            </a:r>
            <a:endParaRPr lang="en-US"/>
          </a:p>
        </p:txBody>
      </p:sp>
      <p:pic>
        <p:nvPicPr>
          <p:cNvPr id="17" name="Picture 16" descr="fig_bottleneck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4480" y="1554480"/>
            <a:ext cx="8229600" cy="351263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554480" y="5074920"/>
            <a:ext cx="8595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buNone/>
            </a:pPr>
            <a:r>
              <a:rPr sz="1700" b="1" i="0">
                <a:solidFill>
                  <a:srgbClr val="00B0F0"/>
                </a:solidFill>
              </a:rPr>
              <a:t>MixColumns (the gf_mult inner loop) is 83.8% of all cycles, so it is the single thing worth accelerating in hardware.</a:t>
            </a:r>
          </a:p>
        </p:txBody>
      </p:sp>
    </p:spTree>
    <p:extLst>
      <p:ext uri="{BB962C8B-B14F-4D97-AF65-F5344CB8AC3E}">
        <p14:creationId xmlns:p14="http://schemas.microsoft.com/office/powerpoint/2010/main" val="91063675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2F8CDF-6224-FE68-4246-E7E9049029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7F81C52C-51A9-DC55-B6B0-2FE1CF104CBE}"/>
              </a:ext>
            </a:extLst>
          </p:cNvPr>
          <p:cNvSpPr>
            <a:spLocks noGrp="1"/>
          </p:cNvSpPr>
          <p:nvPr>
            <p:ph type="dt" sz="half" idx="18"/>
          </p:nvPr>
        </p:nvSpPr>
        <p:spPr>
          <a:xfrm>
            <a:off x="10146569" y="6405669"/>
            <a:ext cx="766235" cy="184666"/>
          </a:xfrm>
        </p:spPr>
        <p:txBody>
          <a:bodyPr wrap="none" anchor="ctr">
            <a:normAutofit/>
          </a:bodyPr>
          <a:lstStyle/>
          <a:p>
            <a:pPr>
              <a:spcAft>
                <a:spcPts val="600"/>
              </a:spcAft>
            </a:pPr>
            <a:fld id="{087A43E6-197A-4232-A775-7017A41F9758}" type="datetime1">
              <a:rPr lang="nl-NL" smtClean="0"/>
              <a:pPr>
                <a:spcAft>
                  <a:spcPts val="600"/>
                </a:spcAft>
              </a:pPr>
              <a:t>12-6-2026</a:t>
            </a:fld>
            <a:endParaRPr lang="en-GB"/>
          </a:p>
        </p:txBody>
      </p:sp>
      <p:sp>
        <p:nvSpPr>
          <p:cNvPr id="16" name="Tijdelijke aanduiding voor dianummer 15">
            <a:extLst>
              <a:ext uri="{FF2B5EF4-FFF2-40B4-BE49-F238E27FC236}">
                <a16:creationId xmlns:a16="http://schemas.microsoft.com/office/drawing/2014/main" id="{F2A7D205-551E-01C8-11DC-DF908AF31647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>
          <a:xfrm>
            <a:off x="11178464" y="6405669"/>
            <a:ext cx="291298" cy="184666"/>
          </a:xfrm>
        </p:spPr>
        <p:txBody>
          <a:bodyPr wrap="none" anchor="ctr">
            <a:normAutofit/>
          </a:bodyPr>
          <a:lstStyle/>
          <a:p>
            <a:pPr>
              <a:spcAft>
                <a:spcPts val="600"/>
              </a:spcAft>
            </a:pPr>
            <a:fld id="{9E843DB9-9987-4157-AB9C-CEA8D7D910BB}" type="slidenum">
              <a:rPr lang="en-GB" smtClean="0"/>
              <a:pPr>
                <a:spcAft>
                  <a:spcPts val="600"/>
                </a:spcAft>
              </a:pPr>
              <a:t>8</a:t>
            </a:fld>
            <a:endParaRPr lang="en-GB"/>
          </a:p>
        </p:txBody>
      </p:sp>
      <p:sp>
        <p:nvSpPr>
          <p:cNvPr id="14" name="Titel 13">
            <a:extLst>
              <a:ext uri="{FF2B5EF4-FFF2-40B4-BE49-F238E27FC236}">
                <a16:creationId xmlns:a16="http://schemas.microsoft.com/office/drawing/2014/main" id="{A954E43D-4AE0-87FC-B2D4-B31DF049D5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8666" y="722454"/>
            <a:ext cx="10752610" cy="323409"/>
          </a:xfrm>
        </p:spPr>
        <p:txBody>
          <a:bodyPr vert="horz" lIns="0" tIns="0" rIns="0" bIns="378000" rtlCol="0" anchor="ctr">
            <a:noAutofit/>
          </a:bodyPr>
          <a:lstStyle/>
          <a:p>
            <a:r>
              <a:rPr lang="en-GB" sz="2400"/>
              <a:t>How does hardware help?</a:t>
            </a:r>
            <a:endParaRPr lang="en-US"/>
          </a:p>
        </p:txBody>
      </p:sp>
      <p:sp>
        <p:nvSpPr>
          <p:cNvPr id="8" name="Tijdelijke aanduiding voor tekst 7">
            <a:extLst>
              <a:ext uri="{FF2B5EF4-FFF2-40B4-BE49-F238E27FC236}">
                <a16:creationId xmlns:a16="http://schemas.microsoft.com/office/drawing/2014/main" id="{B8F5339F-BEB2-3DC6-BA07-5A418B38D1DD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716386" y="1049916"/>
            <a:ext cx="10746783" cy="4782182"/>
          </a:xfrm>
        </p:spPr>
        <p:txBody>
          <a:bodyPr vert="horz" lIns="0" tIns="0" rIns="0" bIns="0" rtlCol="0" anchor="t">
            <a:noAutofit/>
          </a:bodyPr>
          <a:lstStyle/>
          <a:p>
            <a:pPr lvl="2">
              <a:spcAft>
                <a:spcPts val="1200"/>
              </a:spcAft>
            </a:pPr>
            <a:r>
              <a:rPr sz="2000" b="1" i="0">
                <a:solidFill>
                  <a:srgbClr val="202020"/>
                </a:solidFill>
              </a:rPr>
              <a:t>The 186-instruction software mix_columns collapses to a few aes32esmi calls (no gf_mult).</a:t>
            </a:r>
            <a:endParaRPr lang="en-US" b="1">
              <a:ea typeface="+mn-lt"/>
              <a:cs typeface="+mn-lt"/>
            </a:endParaRPr>
          </a:p>
          <a:p>
            <a:pPr>
              <a:spcAft>
                <a:spcPts val="1200"/>
              </a:spcAft>
            </a:pPr>
            <a:r>
              <a:rPr sz="2000" b="0" i="0">
                <a:solidFill>
                  <a:srgbClr val="202020"/>
                </a:solidFill>
              </a:rPr>
              <a:t>Runs entirely on registers: no BRAM loads for the S-box or MixColumns.</a:t>
            </a:r>
          </a:p>
          <a:p>
            <a:pPr>
              <a:spcAft>
                <a:spcPts val="1200"/>
              </a:spcAft>
            </a:pPr>
            <a:r>
              <a:rPr sz="2000" b="0" i="0">
                <a:solidFill>
                  <a:srgbClr val="202020"/>
                </a:solidFill>
              </a:rPr>
              <a:t>aes32esmi = SubBytes + ShiftRows + MixColumns + AddRoundKey, in one cycle.</a:t>
            </a:r>
          </a:p>
        </p:txBody>
      </p:sp>
    </p:spTree>
    <p:extLst>
      <p:ext uri="{BB962C8B-B14F-4D97-AF65-F5344CB8AC3E}">
        <p14:creationId xmlns:p14="http://schemas.microsoft.com/office/powerpoint/2010/main" val="245916949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07D681-E3B9-0610-4FD2-4EE4E91B3B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6895D950-175E-0D6E-EB98-5349AD291C90}"/>
              </a:ext>
            </a:extLst>
          </p:cNvPr>
          <p:cNvSpPr>
            <a:spLocks noGrp="1"/>
          </p:cNvSpPr>
          <p:nvPr>
            <p:ph type="dt" sz="half" idx="18"/>
          </p:nvPr>
        </p:nvSpPr>
        <p:spPr>
          <a:xfrm>
            <a:off x="10146569" y="6405669"/>
            <a:ext cx="766235" cy="184666"/>
          </a:xfrm>
        </p:spPr>
        <p:txBody>
          <a:bodyPr wrap="none" anchor="ctr">
            <a:normAutofit/>
          </a:bodyPr>
          <a:lstStyle/>
          <a:p>
            <a:pPr>
              <a:spcAft>
                <a:spcPts val="600"/>
              </a:spcAft>
            </a:pPr>
            <a:fld id="{087A43E6-197A-4232-A775-7017A41F9758}" type="datetime1">
              <a:rPr lang="nl-NL" smtClean="0"/>
              <a:pPr>
                <a:spcAft>
                  <a:spcPts val="600"/>
                </a:spcAft>
              </a:pPr>
              <a:t>12-6-2026</a:t>
            </a:fld>
            <a:endParaRPr lang="en-GB"/>
          </a:p>
        </p:txBody>
      </p:sp>
      <p:sp>
        <p:nvSpPr>
          <p:cNvPr id="16" name="Tijdelijke aanduiding voor dianummer 15">
            <a:extLst>
              <a:ext uri="{FF2B5EF4-FFF2-40B4-BE49-F238E27FC236}">
                <a16:creationId xmlns:a16="http://schemas.microsoft.com/office/drawing/2014/main" id="{1F628A81-7F81-7698-5297-FD045479707C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>
          <a:xfrm>
            <a:off x="11178464" y="6405669"/>
            <a:ext cx="291298" cy="184666"/>
          </a:xfrm>
        </p:spPr>
        <p:txBody>
          <a:bodyPr wrap="none" anchor="ctr">
            <a:normAutofit/>
          </a:bodyPr>
          <a:lstStyle/>
          <a:p>
            <a:pPr>
              <a:spcAft>
                <a:spcPts val="600"/>
              </a:spcAft>
            </a:pPr>
            <a:fld id="{9E843DB9-9987-4157-AB9C-CEA8D7D910BB}" type="slidenum">
              <a:rPr lang="en-GB" smtClean="0"/>
              <a:pPr>
                <a:spcAft>
                  <a:spcPts val="600"/>
                </a:spcAft>
              </a:pPr>
              <a:t>9</a:t>
            </a:fld>
            <a:endParaRPr lang="en-GB"/>
          </a:p>
        </p:txBody>
      </p:sp>
      <p:sp>
        <p:nvSpPr>
          <p:cNvPr id="14" name="Titel 13">
            <a:extLst>
              <a:ext uri="{FF2B5EF4-FFF2-40B4-BE49-F238E27FC236}">
                <a16:creationId xmlns:a16="http://schemas.microsoft.com/office/drawing/2014/main" id="{3ECFF35F-7E2A-65C5-0529-E7AB067346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8666" y="722454"/>
            <a:ext cx="10752610" cy="323409"/>
          </a:xfrm>
        </p:spPr>
        <p:txBody>
          <a:bodyPr vert="horz" lIns="0" tIns="0" rIns="0" bIns="378000" rtlCol="0" anchor="ctr">
            <a:noAutofit/>
          </a:bodyPr>
          <a:lstStyle/>
          <a:p>
            <a:r>
              <a:rPr lang="en-GB" sz="2400"/>
              <a:t>Performance after implementation of AES hardware support</a:t>
            </a:r>
            <a:endParaRPr lang="en-US"/>
          </a:p>
        </p:txBody>
      </p:sp>
      <p:sp>
        <p:nvSpPr>
          <p:cNvPr id="8" name="Tijdelijke aanduiding voor tekst 7">
            <a:extLst>
              <a:ext uri="{FF2B5EF4-FFF2-40B4-BE49-F238E27FC236}">
                <a16:creationId xmlns:a16="http://schemas.microsoft.com/office/drawing/2014/main" id="{F4D8E04F-B05E-1A30-4554-2F96FA37F4C1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716386" y="1049916"/>
            <a:ext cx="10746783" cy="4782182"/>
          </a:xfrm>
        </p:spPr>
        <p:txBody>
          <a:bodyPr vert="horz" lIns="0" tIns="0" rIns="0" bIns="0" rtlCol="0" anchor="t">
            <a:noAutofit/>
          </a:bodyPr>
          <a:lstStyle/>
          <a:p>
            <a:pPr marL="285750" lvl="2" indent="-285750">
              <a:buClr>
                <a:srgbClr val="00A6D6"/>
              </a:buClr>
              <a:buSzPct val="120000"/>
              <a:buFont typeface="Arial"/>
              <a:buChar char="•"/>
            </a:pPr>
            <a:endParaRPr lang="en-US">
              <a:ea typeface="+mn-lt"/>
              <a:cs typeface="+mn-lt"/>
            </a:endParaRPr>
          </a:p>
          <a:p>
            <a:pPr marL="285750" lvl="2" indent="-285750">
              <a:buClr>
                <a:srgbClr val="00A6D6"/>
              </a:buClr>
              <a:buSzPct val="120000"/>
              <a:buFont typeface="Arial"/>
              <a:buChar char="•"/>
            </a:pPr>
            <a:endParaRPr lang="en-US">
              <a:cs typeface="Arial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713232" y="1371600"/>
            <a:ext cx="107899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1">
                <a:solidFill>
                  <a:srgbClr val="00B0F0"/>
                </a:solidFill>
              </a:rPr>
              <a:t>aes32esmi does SubBytes + ShiftRows + MixColumns + AddRoundKey in a single cycle, removing the mix_columns bottleneck that was 83.8% of software runtime.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1280160" y="2697480"/>
          <a:ext cx="960120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937760"/>
                <a:gridCol w="2194560"/>
                <a:gridCol w="2468880"/>
              </a:tblGrid>
              <a:tr h="487680"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FFFFFF"/>
                          </a:solidFill>
                        </a:rPr>
                        <a:t>Version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FFFFFF"/>
                          </a:solidFill>
                        </a:rPr>
                        <a:t>Cycles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FFFFFF"/>
                          </a:solidFill>
                        </a:rPr>
                        <a:t>vs software baseline</a:t>
                      </a:r>
                    </a:p>
                  </a:txBody>
                  <a:tcPr anchor="ctr"/>
                </a:tc>
              </a:tr>
              <a:tr h="487680">
                <a:tc>
                  <a:txBody>
                    <a:bodyPr/>
                    <a:lstStyle/>
                    <a:p>
                      <a:r>
                        <a:rPr sz="1700" b="1"/>
                        <a:t>Software AES (baseline)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700"/>
                        <a:t>61,184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700" b="0"/>
                        <a:t>1.0×</a:t>
                      </a:r>
                    </a:p>
                  </a:txBody>
                  <a:tcPr anchor="ctr"/>
                </a:tc>
              </a:tr>
              <a:tr h="487680">
                <a:tc>
                  <a:txBody>
                    <a:bodyPr/>
                    <a:lstStyle/>
                    <a:p>
                      <a:r>
                        <a:rPr sz="1700" b="1"/>
                        <a:t>+ aes32esmi / aes32esi hardware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700" b="0"/>
                        <a:t>6,260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87A3B"/>
                          </a:solidFill>
                        </a:rPr>
                        <a:t>9.8x faster</a:t>
                      </a:r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19" name="TextBox 18"/>
          <p:cNvSpPr txBox="1"/>
          <p:nvPr/>
        </p:nvSpPr>
        <p:spPr>
          <a:xfrm>
            <a:off x="1280160" y="4389120"/>
            <a:ext cx="96926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55555"/>
                </a:solidFill>
              </a:rPr>
              <a:t>The looped hardware version (6,260) is the starting point for the later optimisations: custom loop-unroll pass → 4,800, parallel DOM S-box → 4,104 (covered on the compiler and RTL slides).</a:t>
            </a:r>
          </a:p>
        </p:txBody>
      </p:sp>
    </p:spTree>
    <p:extLst>
      <p:ext uri="{BB962C8B-B14F-4D97-AF65-F5344CB8AC3E}">
        <p14:creationId xmlns:p14="http://schemas.microsoft.com/office/powerpoint/2010/main" val="296134911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7C6EA4-CD4D-B39A-81E6-F82BD849A6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ED760BC8-78EA-168B-CF54-0989F7249238}"/>
              </a:ext>
            </a:extLst>
          </p:cNvPr>
          <p:cNvSpPr>
            <a:spLocks noGrp="1"/>
          </p:cNvSpPr>
          <p:nvPr>
            <p:ph type="dt" sz="half" idx="18"/>
          </p:nvPr>
        </p:nvSpPr>
        <p:spPr>
          <a:xfrm>
            <a:off x="10146569" y="6405669"/>
            <a:ext cx="766235" cy="184666"/>
          </a:xfrm>
        </p:spPr>
        <p:txBody>
          <a:bodyPr wrap="none" anchor="ctr">
            <a:normAutofit/>
          </a:bodyPr>
          <a:lstStyle/>
          <a:p>
            <a:pPr>
              <a:spcAft>
                <a:spcPts val="600"/>
              </a:spcAft>
            </a:pPr>
            <a:fld id="{087A43E6-197A-4232-A775-7017A41F9758}" type="datetime1">
              <a:rPr lang="nl-NL" smtClean="0"/>
              <a:pPr>
                <a:spcAft>
                  <a:spcPts val="600"/>
                </a:spcAft>
              </a:pPr>
              <a:t>12-6-2026</a:t>
            </a:fld>
            <a:endParaRPr lang="en-GB"/>
          </a:p>
        </p:txBody>
      </p:sp>
      <p:sp>
        <p:nvSpPr>
          <p:cNvPr id="16" name="Tijdelijke aanduiding voor dianummer 15">
            <a:extLst>
              <a:ext uri="{FF2B5EF4-FFF2-40B4-BE49-F238E27FC236}">
                <a16:creationId xmlns:a16="http://schemas.microsoft.com/office/drawing/2014/main" id="{0D4B5DC5-9BB6-521C-CBF2-B1563E585FA7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>
          <a:xfrm>
            <a:off x="11178464" y="6405669"/>
            <a:ext cx="291298" cy="184666"/>
          </a:xfrm>
        </p:spPr>
        <p:txBody>
          <a:bodyPr wrap="none" anchor="ctr">
            <a:normAutofit/>
          </a:bodyPr>
          <a:lstStyle/>
          <a:p>
            <a:pPr>
              <a:spcAft>
                <a:spcPts val="600"/>
              </a:spcAft>
            </a:pPr>
            <a:fld id="{9E843DB9-9987-4157-AB9C-CEA8D7D910BB}" type="slidenum">
              <a:rPr lang="en-GB" smtClean="0"/>
              <a:pPr>
                <a:spcAft>
                  <a:spcPts val="600"/>
                </a:spcAft>
              </a:pPr>
              <a:t>10</a:t>
            </a:fld>
            <a:endParaRPr lang="en-GB"/>
          </a:p>
        </p:txBody>
      </p:sp>
      <p:sp>
        <p:nvSpPr>
          <p:cNvPr id="14" name="Titel 13">
            <a:extLst>
              <a:ext uri="{FF2B5EF4-FFF2-40B4-BE49-F238E27FC236}">
                <a16:creationId xmlns:a16="http://schemas.microsoft.com/office/drawing/2014/main" id="{2AA0B641-8736-F2BE-3B3F-B0BE4AD684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8666" y="722454"/>
            <a:ext cx="10752610" cy="323409"/>
          </a:xfrm>
        </p:spPr>
        <p:txBody>
          <a:bodyPr vert="horz" lIns="0" tIns="0" rIns="0" bIns="378000" rtlCol="0" anchor="ctr">
            <a:noAutofit/>
          </a:bodyPr>
          <a:lstStyle/>
          <a:p>
            <a:r>
              <a:rPr lang="en-GB" sz="2400"/>
              <a:t>Vulnerabilities to side channel attacks</a:t>
            </a:r>
            <a:endParaRPr lang="en-US"/>
          </a:p>
        </p:txBody>
      </p:sp>
      <p:sp>
        <p:nvSpPr>
          <p:cNvPr id="8" name="Tijdelijke aanduiding voor tekst 7">
            <a:extLst>
              <a:ext uri="{FF2B5EF4-FFF2-40B4-BE49-F238E27FC236}">
                <a16:creationId xmlns:a16="http://schemas.microsoft.com/office/drawing/2014/main" id="{B5844D78-FC62-5246-AF0C-00D854029BE3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716386" y="1049916"/>
            <a:ext cx="10746783" cy="4782182"/>
          </a:xfrm>
        </p:spPr>
        <p:txBody>
          <a:bodyPr vert="horz" lIns="0" tIns="0" rIns="0" bIns="0" rtlCol="0" anchor="t">
            <a:noAutofit/>
          </a:bodyPr>
          <a:lstStyle/>
          <a:p>
            <a:pPr marL="285750" lvl="2" indent="-285750">
              <a:buClr>
                <a:srgbClr val="00A6D6"/>
              </a:buClr>
              <a:buSzPct val="120000"/>
              <a:buFont typeface="Arial"/>
              <a:buChar char="•"/>
            </a:pPr>
            <a:endParaRPr lang="en-US">
              <a:ea typeface="+mn-lt"/>
              <a:cs typeface="+mn-lt"/>
            </a:endParaRPr>
          </a:p>
          <a:p>
            <a:pPr marL="285750" lvl="2" indent="-285750">
              <a:buClr>
                <a:srgbClr val="00A6D6"/>
              </a:buClr>
              <a:buSzPct val="120000"/>
              <a:buFont typeface="Arial"/>
              <a:buChar char="•"/>
            </a:pPr>
            <a:endParaRPr lang="en-US">
              <a:cs typeface="Arial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0E0343A-CE6B-BF51-FD21-28BBE7A64297}"/>
              </a:ext>
            </a:extLst>
          </p:cNvPr>
          <p:cNvSpPr txBox="1"/>
          <p:nvPr/>
        </p:nvSpPr>
        <p:spPr>
          <a:xfrm>
            <a:off x="717698" y="1097280"/>
            <a:ext cx="10756603" cy="201168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>
              <a:spcAft>
                <a:spcPts val="600"/>
              </a:spcAft>
              <a:buFont typeface=""/>
              <a:buNone/>
            </a:pPr>
            <a:r>
              <a:rPr sz="1900" b="0" i="0">
                <a:solidFill>
                  <a:srgbClr val="202020"/>
                </a:solidFill>
              </a:rPr>
              <a:t>The Zkne S-box and MixColumns switch a data-dependent number of bits, so power leaks the byte being processed.</a:t>
            </a:r>
          </a:p>
          <a:p>
            <a:pPr>
              <a:spcAft>
                <a:spcPts val="600"/>
              </a:spcAft>
            </a:pPr>
            <a:r>
              <a:rPr sz="1900" b="0" i="0">
                <a:solidFill>
                  <a:srgbClr val="202020"/>
                </a:solidFill>
              </a:rPr>
              <a:t>Correlation Power Analysis turns that leakage into the key: about 100 traces on our unprotected core.</a:t>
            </a:r>
          </a:p>
          <a:p>
            <a:pPr>
              <a:spcAft>
                <a:spcPts val="600"/>
              </a:spcAft>
            </a:pPr>
            <a:r>
              <a:rPr sz="1900" b="0" i="0">
                <a:solidFill>
                  <a:srgbClr val="202020"/>
                </a:solidFill>
              </a:rPr>
              <a:t>Countermeasure: Domain-Oriented Masking (DOM). Secrets are split into two random shares, recombined only inside registered gates, so no wire (or glitch) tracks the real value.</a:t>
            </a:r>
          </a:p>
          <a:p>
            <a:pPr>
              <a:spcAft>
                <a:spcPts val="600"/>
              </a:spcAft>
              <a:buNone/>
            </a:pPr>
            <a:r>
              <a:rPr sz="1500" b="0" i="0">
                <a:solidFill>
                  <a:srgbClr val="555555"/>
                </a:solidFill>
              </a:rPr>
              <a:t>Follows the TU Delft secure-Zkne paper of Kassimi, Aljuffri, Hamdioui and Taouil (2026).</a:t>
            </a:r>
          </a:p>
        </p:txBody>
      </p:sp>
      <p:pic>
        <p:nvPicPr>
          <p:cNvPr id="17" name="Picture 16" descr="fig_cpa_concep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3040" y="3977639"/>
            <a:ext cx="9235440" cy="24357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9332615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CD0762-E121-9D49-A35A-6B9DD173A6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CA1EE14-3EC2-267B-ACDC-A8A831FE8BC0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fld id="{86CF0BC4-CAAA-4113-A44D-B077CA6D06A0}" type="datetime1">
              <a:rPr lang="nl-NL" smtClean="0"/>
              <a:t>12-6-2026</a:t>
            </a:fld>
            <a:endParaRPr lang="en-GB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CC1D2AC-4136-BB32-7E83-A68A2C4FC18D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fld id="{9E843DB9-9987-4157-AB9C-CEA8D7D910BB}" type="slidenum">
              <a:rPr lang="en-GB" smtClean="0"/>
              <a:pPr/>
              <a:t>11</a:t>
            </a:fld>
            <a:endParaRPr lang="en-GB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E3D68355-E8E7-4727-AB45-EA1626F430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8666" y="722454"/>
            <a:ext cx="10743750" cy="589222"/>
          </a:xfrm>
        </p:spPr>
        <p:txBody>
          <a:bodyPr/>
          <a:lstStyle/>
          <a:p>
            <a:r>
              <a:rPr lang="en-US" sz="3400">
                <a:cs typeface="Arial"/>
              </a:rPr>
              <a:t>Compiler Optimizations: Custom LoopUnroll Pass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59C5DDD-3CCA-1DBE-E9B0-1722187C9F2C}"/>
              </a:ext>
            </a:extLst>
          </p:cNvPr>
          <p:cNvSpPr txBox="1"/>
          <p:nvPr/>
        </p:nvSpPr>
        <p:spPr>
          <a:xfrm>
            <a:off x="892038" y="1716113"/>
            <a:ext cx="4398044" cy="338554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000" b="1">
                <a:solidFill>
                  <a:srgbClr val="00B0F0"/>
                </a:solidFill>
                <a:ea typeface="+mn-lt"/>
                <a:cs typeface="+mn-lt"/>
              </a:rPr>
              <a:t>What was done?</a:t>
            </a:r>
          </a:p>
          <a:p>
            <a:pPr marL="285750" indent="-285750">
              <a:buFont typeface="Arial"/>
              <a:buChar char="•"/>
            </a:pPr>
            <a:endParaRPr lang="en-US" sz="2000">
              <a:ea typeface="+mn-lt"/>
              <a:cs typeface="+mn-lt"/>
            </a:endParaRPr>
          </a:p>
          <a:p>
            <a:pPr marL="285750" indent="-285750">
              <a:buFont typeface="Arial"/>
              <a:buChar char="•"/>
            </a:pPr>
            <a:r>
              <a:rPr lang="en-US" sz="2000">
                <a:ea typeface="+mn-lt"/>
                <a:cs typeface="+mn-lt"/>
              </a:rPr>
              <a:t>Wrote our own LLVM compiler pass to fully unroll the 9-round AES loop</a:t>
            </a:r>
          </a:p>
          <a:p>
            <a:pPr marL="285750" indent="-285750">
              <a:buFont typeface="Arial"/>
              <a:buChar char="•"/>
            </a:pPr>
            <a:r>
              <a:rPr lang="en-US" sz="2000">
                <a:ea typeface="+mn-lt"/>
                <a:cs typeface="+mn-lt"/>
              </a:rPr>
              <a:t>Calls LLVM's unroll routine directly instead of using a built-in flag</a:t>
            </a:r>
          </a:p>
          <a:p>
            <a:pPr marL="285750" indent="-285750">
              <a:buFont typeface="Arial"/>
              <a:buChar char="•"/>
            </a:pPr>
            <a:r>
              <a:rPr lang="en-US" sz="2000">
                <a:ea typeface="+mn-lt"/>
                <a:cs typeface="+mn-lt"/>
              </a:rPr>
              <a:t>Flattens all 9 rounds into straight line code</a:t>
            </a:r>
          </a:p>
          <a:p>
            <a:pPr marL="285750" indent="-285750">
              <a:buFont typeface="Arial"/>
              <a:buChar char="•"/>
            </a:pPr>
            <a:r>
              <a:rPr lang="en-US" sz="2000">
                <a:ea typeface="+mn-lt"/>
                <a:cs typeface="+mn-lt"/>
              </a:rPr>
              <a:t>Detects the loop by spotting the AES instructions inside it, so it survives inlining</a:t>
            </a:r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F77666BB-2D60-3566-D63A-2E57BBDBE40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375753" y="1809176"/>
            <a:ext cx="6096000" cy="32918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0005387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4BF91A-63FE-F737-3B4F-160A0B209C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563AE53-D361-A0DE-7FA9-7AB54F512FAA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fld id="{86CF0BC4-CAAA-4113-A44D-B077CA6D06A0}" type="datetime1">
              <a:rPr lang="nl-NL" smtClean="0"/>
              <a:t>12-6-2026</a:t>
            </a:fld>
            <a:endParaRPr lang="en-GB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073C186-B815-0635-34DA-98F2FEC50418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fld id="{9E843DB9-9987-4157-AB9C-CEA8D7D910BB}" type="slidenum">
              <a:rPr lang="en-GB" smtClean="0"/>
              <a:pPr/>
              <a:t>12</a:t>
            </a:fld>
            <a:endParaRPr lang="en-GB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12FA7C98-29E3-D888-9A26-B130980CCD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8666" y="722454"/>
            <a:ext cx="10743750" cy="589222"/>
          </a:xfrm>
        </p:spPr>
        <p:txBody>
          <a:bodyPr/>
          <a:lstStyle/>
          <a:p>
            <a:r>
              <a:rPr lang="en-US" sz="3400">
                <a:cs typeface="Arial"/>
              </a:rPr>
              <a:t>Compiler Optimizations: Custom </a:t>
            </a:r>
            <a:r>
              <a:rPr lang="en-US" sz="3400" err="1">
                <a:cs typeface="Arial"/>
              </a:rPr>
              <a:t>LoopUnroll</a:t>
            </a:r>
            <a:r>
              <a:rPr lang="en-US" sz="3400">
                <a:cs typeface="Arial"/>
              </a:rPr>
              <a:t> Pass</a:t>
            </a:r>
            <a:endParaRPr lang="en-US" sz="3400" b="0">
              <a:cs typeface="Arial"/>
            </a:endParaRPr>
          </a:p>
          <a:p>
            <a:endParaRPr lang="en-US">
              <a:cs typeface="Arial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B5F65A3-699A-D502-BF4B-9B11BA7DC494}"/>
              </a:ext>
            </a:extLst>
          </p:cNvPr>
          <p:cNvSpPr txBox="1"/>
          <p:nvPr/>
        </p:nvSpPr>
        <p:spPr>
          <a:xfrm>
            <a:off x="892038" y="1721332"/>
            <a:ext cx="10097386" cy="2462213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000" b="1">
                <a:solidFill>
                  <a:srgbClr val="00B0F0"/>
                </a:solidFill>
                <a:ea typeface="+mn-lt"/>
                <a:cs typeface="+mn-lt"/>
              </a:rPr>
              <a:t>Why we did it?</a:t>
            </a:r>
          </a:p>
          <a:p>
            <a:pPr marL="285750" indent="-285750">
              <a:buFont typeface="Arial"/>
              <a:buChar char="•"/>
            </a:pPr>
            <a:endParaRPr lang="en-US" sz="2000">
              <a:ea typeface="+mn-lt"/>
              <a:cs typeface="+mn-lt"/>
            </a:endParaRPr>
          </a:p>
          <a:p>
            <a:pPr marL="285750" indent="-285750">
              <a:buFont typeface="Arial"/>
              <a:buChar char="•"/>
            </a:pPr>
            <a:r>
              <a:rPr lang="en-US" sz="2000">
                <a:ea typeface="+mn-lt"/>
                <a:cs typeface="+mn-lt"/>
              </a:rPr>
              <a:t>The looped version wastes cycles on loop overhead every round (counter, branch, condition check, key pointer reload).</a:t>
            </a:r>
          </a:p>
          <a:p>
            <a:pPr marL="285750" indent="-285750">
              <a:buFont typeface="Arial"/>
              <a:buChar char="•"/>
            </a:pPr>
            <a:r>
              <a:rPr lang="en-US" sz="2000">
                <a:ea typeface="+mn-lt"/>
                <a:cs typeface="+mn-lt"/>
              </a:rPr>
              <a:t>Built in unrolling is cost model driven and often refuses to unroll, especially when optimizing for size.</a:t>
            </a:r>
          </a:p>
          <a:p>
            <a:pPr marL="285750" indent="-285750">
              <a:buFont typeface="Arial"/>
              <a:buChar char="•"/>
            </a:pPr>
            <a:r>
              <a:rPr lang="en-US" sz="2000">
                <a:ea typeface="+mn-lt"/>
                <a:cs typeface="+mn-lt"/>
              </a:rPr>
              <a:t>Wanted full control to force unrolling on exactly the target loop.</a:t>
            </a:r>
          </a:p>
          <a:p>
            <a:pPr marL="285750" indent="-285750">
              <a:buFont typeface="Arial"/>
              <a:buChar char="•"/>
            </a:pPr>
            <a:r>
              <a:rPr lang="en-US" sz="2000">
                <a:ea typeface="+mn-lt"/>
                <a:cs typeface="+mn-lt"/>
              </a:rPr>
              <a:t>Goal was to build the optimization myself, not just flip a compiler switch.</a:t>
            </a:r>
          </a:p>
        </p:txBody>
      </p:sp>
    </p:spTree>
    <p:extLst>
      <p:ext uri="{BB962C8B-B14F-4D97-AF65-F5344CB8AC3E}">
        <p14:creationId xmlns:p14="http://schemas.microsoft.com/office/powerpoint/2010/main" val="347033173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53CBAD-3F03-2DA9-C19B-D3BF65031E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8018806-295D-36C6-5DA3-E9AA78B48CBE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fld id="{86CF0BC4-CAAA-4113-A44D-B077CA6D06A0}" type="datetime1">
              <a:rPr lang="nl-NL" smtClean="0"/>
              <a:t>12-6-2026</a:t>
            </a:fld>
            <a:endParaRPr lang="en-GB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6D9427E-C611-74B6-71A3-BFF2A13F6DDE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fld id="{9E843DB9-9987-4157-AB9C-CEA8D7D910BB}" type="slidenum">
              <a:rPr lang="en-GB" smtClean="0"/>
              <a:pPr/>
              <a:t>13</a:t>
            </a:fld>
            <a:endParaRPr lang="en-GB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1730858C-3E06-88C8-DDF0-7037881CBA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8666" y="722454"/>
            <a:ext cx="10743750" cy="589222"/>
          </a:xfrm>
        </p:spPr>
        <p:txBody>
          <a:bodyPr/>
          <a:lstStyle/>
          <a:p>
            <a:r>
              <a:rPr lang="en-US" sz="3400">
                <a:cs typeface="Arial"/>
              </a:rPr>
              <a:t>Compiler Optimizations: Custom </a:t>
            </a:r>
            <a:r>
              <a:rPr lang="en-US" sz="3400" err="1">
                <a:cs typeface="Arial"/>
              </a:rPr>
              <a:t>LoopUnroll</a:t>
            </a:r>
            <a:r>
              <a:rPr lang="en-US" sz="3400">
                <a:cs typeface="Arial"/>
              </a:rPr>
              <a:t> Pass</a:t>
            </a:r>
            <a:endParaRPr lang="en-US" sz="3400" b="0">
              <a:cs typeface="Arial"/>
            </a:endParaRPr>
          </a:p>
          <a:p>
            <a:endParaRPr lang="en-US">
              <a:cs typeface="Arial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67D95FE-3F8F-6A14-95D1-777E8021CBD6}"/>
              </a:ext>
            </a:extLst>
          </p:cNvPr>
          <p:cNvSpPr txBox="1"/>
          <p:nvPr/>
        </p:nvSpPr>
        <p:spPr>
          <a:xfrm>
            <a:off x="892038" y="1721332"/>
            <a:ext cx="10097386" cy="447814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000" b="1">
                <a:solidFill>
                  <a:srgbClr val="00B0F0"/>
                </a:solidFill>
                <a:ea typeface="+mn-lt"/>
                <a:cs typeface="+mn-lt"/>
              </a:rPr>
              <a:t>Results</a:t>
            </a:r>
          </a:p>
          <a:p>
            <a:pPr marL="285750" indent="-285750">
              <a:buFont typeface="Arial"/>
              <a:buChar char="•"/>
            </a:pPr>
            <a:endParaRPr lang="en-US" sz="2000">
              <a:ea typeface="+mn-lt"/>
              <a:cs typeface="+mn-lt"/>
            </a:endParaRPr>
          </a:p>
          <a:p>
            <a:pPr marL="285750" indent="-285750">
              <a:buFont typeface="Arial"/>
              <a:buChar char="•"/>
            </a:pPr>
            <a:r>
              <a:rPr lang="en-US" sz="2000">
                <a:ea typeface="+mn-lt"/>
                <a:cs typeface="+mn-lt"/>
              </a:rPr>
              <a:t>Brought the software from 6,260 to 4,800 cycles, about 23 percent faster</a:t>
            </a:r>
          </a:p>
          <a:p>
            <a:pPr marL="285750" indent="-285750">
              <a:buFont typeface="Arial"/>
              <a:buChar char="•"/>
            </a:pPr>
            <a:r>
              <a:rPr lang="en-US" sz="2000">
                <a:ea typeface="+mn-lt"/>
                <a:cs typeface="+mn-lt"/>
              </a:rPr>
              <a:t>Same correct ciphertext, guarantees the loop is always fully unrolled</a:t>
            </a:r>
            <a:endParaRPr lang="en-US" sz="2000">
              <a:cs typeface="Arial"/>
            </a:endParaRPr>
          </a:p>
          <a:p>
            <a:pPr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</a:pPr>
            <a:endParaRPr lang="en-US" sz="2000">
              <a:cs typeface="Arial"/>
            </a:endParaRPr>
          </a:p>
          <a:p>
            <a:endParaRPr lang="en-US" sz="2000">
              <a:ea typeface="+mn-lt"/>
              <a:cs typeface="+mn-lt"/>
            </a:endParaRPr>
          </a:p>
          <a:p>
            <a:pPr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</a:pPr>
            <a:endParaRPr lang="en-US" sz="2000">
              <a:cs typeface="Arial"/>
            </a:endParaRPr>
          </a:p>
          <a:p>
            <a:pPr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</a:pPr>
            <a:endParaRPr lang="en-US" sz="2000">
              <a:cs typeface="Arial"/>
            </a:endParaRPr>
          </a:p>
          <a:p>
            <a:pPr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</a:pPr>
            <a:endParaRPr lang="en-US" sz="2000">
              <a:cs typeface="Arial"/>
            </a:endParaRPr>
          </a:p>
          <a:p>
            <a:pPr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</a:pPr>
            <a:endParaRPr lang="en-US" sz="2000">
              <a:cs typeface="Arial"/>
            </a:endParaRPr>
          </a:p>
          <a:p>
            <a:pPr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</a:pPr>
            <a:endParaRPr lang="en-US" sz="2000">
              <a:cs typeface="Arial"/>
            </a:endParaRPr>
          </a:p>
          <a:p>
            <a:pPr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</a:pPr>
            <a:endParaRPr lang="en-US" sz="2000">
              <a:cs typeface="Arial"/>
            </a:endParaRP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98D8EDB1-490C-0905-943B-ABB091E849F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01167394"/>
              </p:ext>
            </p:extLst>
          </p:nvPr>
        </p:nvGraphicFramePr>
        <p:xfrm>
          <a:off x="2006461" y="3117979"/>
          <a:ext cx="8168640" cy="2661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42160">
                  <a:extLst>
                    <a:ext uri="{9D8B030D-6E8A-4147-A177-3AD203B41FA5}">
                      <a16:colId xmlns:a16="http://schemas.microsoft.com/office/drawing/2014/main" val="2121626815"/>
                    </a:ext>
                  </a:extLst>
                </a:gridCol>
                <a:gridCol w="2042160">
                  <a:extLst>
                    <a:ext uri="{9D8B030D-6E8A-4147-A177-3AD203B41FA5}">
                      <a16:colId xmlns:a16="http://schemas.microsoft.com/office/drawing/2014/main" val="4207703731"/>
                    </a:ext>
                  </a:extLst>
                </a:gridCol>
                <a:gridCol w="2042160">
                  <a:extLst>
                    <a:ext uri="{9D8B030D-6E8A-4147-A177-3AD203B41FA5}">
                      <a16:colId xmlns:a16="http://schemas.microsoft.com/office/drawing/2014/main" val="1594940385"/>
                    </a:ext>
                  </a:extLst>
                </a:gridCol>
                <a:gridCol w="2042160">
                  <a:extLst>
                    <a:ext uri="{9D8B030D-6E8A-4147-A177-3AD203B41FA5}">
                      <a16:colId xmlns:a16="http://schemas.microsoft.com/office/drawing/2014/main" val="212568234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/>
                        <a:t>Build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Unroll Method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Cycles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Vs. Baseline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864530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sz="1800" b="0" i="0" u="none" strike="noStrike" noProof="0">
                          <a:latin typeface="Arial"/>
                          <a:cs typeface="Arial"/>
                        </a:rPr>
                        <a:t>GCC -</a:t>
                      </a:r>
                      <a:r>
                        <a:rPr lang="en-US" sz="1800" b="0" i="0" u="none" strike="noStrike" noProof="0" err="1">
                          <a:latin typeface="Arial"/>
                          <a:cs typeface="Arial"/>
                        </a:rPr>
                        <a:t>Os</a:t>
                      </a:r>
                      <a:r>
                        <a:rPr lang="en-US" sz="1800" b="0" i="0" u="none" strike="noStrike" noProof="0">
                          <a:latin typeface="Arial"/>
                          <a:cs typeface="Arial"/>
                        </a:rPr>
                        <a:t> (looped)</a:t>
                      </a:r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none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6260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-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3889738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sz="1800" b="0" i="0" u="none" strike="noStrike" noProof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GCC -</a:t>
                      </a:r>
                      <a:r>
                        <a:rPr lang="en-US" sz="1800" b="0" i="0" u="none" strike="noStrike" noProof="0" err="1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Os</a:t>
                      </a:r>
                      <a:r>
                        <a:rPr lang="en-US" sz="1800" b="0" i="0" u="none" strike="noStrike" noProof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 + #pragma unroll</a:t>
                      </a:r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Source pragma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6067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-3%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3208032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sz="1800" b="0" i="0" u="none" strike="noStrike" noProof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GCC -O2 + -</a:t>
                      </a:r>
                      <a:r>
                        <a:rPr lang="en-US" sz="1800" b="0" i="0" u="none" strike="noStrike" noProof="0" err="1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funroll</a:t>
                      </a:r>
                      <a:r>
                        <a:rPr lang="en-US" sz="1800" b="0" i="0" u="none" strike="noStrike" noProof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-loops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Build-in flag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5509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-12%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935238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/>
                        <a:t>Clang –</a:t>
                      </a:r>
                      <a:r>
                        <a:rPr lang="en-US" err="1"/>
                        <a:t>Os</a:t>
                      </a:r>
                      <a:r>
                        <a:rPr lang="en-US"/>
                        <a:t> + Custom pass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err="1"/>
                        <a:t>AESUnroll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4800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-23%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7574356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8572789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005FC1-619B-4211-8158-676E8EB526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D578A21-6972-C36B-0802-95BB3E9B715F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fld id="{86CF0BC4-CAAA-4113-A44D-B077CA6D06A0}" type="datetime1">
              <a:rPr lang="nl-NL" smtClean="0"/>
              <a:t>12-6-2026</a:t>
            </a:fld>
            <a:endParaRPr lang="en-GB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7347FA0-40AB-1269-3E95-877AC53147E7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fld id="{9E843DB9-9987-4157-AB9C-CEA8D7D910BB}" type="slidenum">
              <a:rPr lang="en-GB" smtClean="0"/>
              <a:pPr/>
              <a:t>14</a:t>
            </a:fld>
            <a:endParaRPr lang="en-GB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28774B68-B294-7B66-425E-FB35BD2A69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8666" y="722454"/>
            <a:ext cx="10743750" cy="589222"/>
          </a:xfrm>
        </p:spPr>
        <p:txBody>
          <a:bodyPr/>
          <a:lstStyle/>
          <a:p>
            <a:r>
              <a:rPr lang="en-US" sz="3400"/>
              <a:t>RTL Optimization: Parallel DOM S-box</a:t>
            </a:r>
            <a:endParaRPr lang="en-US" sz="3400">
              <a:cs typeface="Arial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2D69806-6C35-B888-394D-1AF8F14DD7CE}"/>
              </a:ext>
            </a:extLst>
          </p:cNvPr>
          <p:cNvSpPr txBox="1"/>
          <p:nvPr/>
        </p:nvSpPr>
        <p:spPr>
          <a:xfrm>
            <a:off x="892038" y="1716113"/>
            <a:ext cx="5207017" cy="400109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000" b="1">
                <a:solidFill>
                  <a:srgbClr val="00B0F0"/>
                </a:solidFill>
                <a:ea typeface="+mn-lt"/>
                <a:cs typeface="+mn-lt"/>
              </a:rPr>
              <a:t>What was done?</a:t>
            </a:r>
          </a:p>
          <a:p>
            <a:pPr marL="285750" indent="-285750">
              <a:buFont typeface="Arial"/>
              <a:buChar char="•"/>
            </a:pPr>
            <a:endParaRPr lang="en-US" sz="2000">
              <a:ea typeface="+mn-lt"/>
              <a:cs typeface="+mn-lt"/>
            </a:endParaRPr>
          </a:p>
          <a:p>
            <a:pPr marL="285750" indent="-285750">
              <a:buFont typeface="Arial"/>
              <a:buChar char="•"/>
            </a:pPr>
            <a:r>
              <a:rPr lang="en-US" sz="2000">
                <a:ea typeface="+mn-lt"/>
                <a:cs typeface="+mn-lt"/>
              </a:rPr>
              <a:t>Added a custom instruction that runs two DOM protected AES S-boxes in parallel</a:t>
            </a:r>
            <a:endParaRPr lang="en-US">
              <a:ea typeface="+mn-lt"/>
              <a:cs typeface="+mn-lt"/>
            </a:endParaRPr>
          </a:p>
          <a:p>
            <a:pPr marL="285750" indent="-285750">
              <a:buFont typeface="Arial"/>
              <a:buChar char="•"/>
            </a:pPr>
            <a:r>
              <a:rPr lang="en-US" sz="2000">
                <a:ea typeface="+mn-lt"/>
                <a:cs typeface="+mn-lt"/>
              </a:rPr>
              <a:t>Each instruction now processes two-byte lanes of a column instead of one</a:t>
            </a:r>
            <a:endParaRPr lang="en-US">
              <a:ea typeface="+mn-lt"/>
              <a:cs typeface="+mn-lt"/>
            </a:endParaRPr>
          </a:p>
          <a:p>
            <a:pPr marL="285750" indent="-285750">
              <a:buFont typeface="Arial"/>
              <a:buChar char="•"/>
            </a:pPr>
            <a:r>
              <a:rPr lang="en-US" sz="2000">
                <a:ea typeface="+mn-lt"/>
                <a:cs typeface="+mn-lt"/>
              </a:rPr>
              <a:t>Built a new execution unit in the core (two S-boxes side by side) plus decoder and pipeline changes</a:t>
            </a:r>
            <a:endParaRPr lang="en-US">
              <a:ea typeface="+mn-lt"/>
              <a:cs typeface="+mn-lt"/>
            </a:endParaRPr>
          </a:p>
          <a:p>
            <a:pPr marL="285750" indent="-285750">
              <a:buFont typeface="Arial"/>
              <a:buChar char="•"/>
            </a:pPr>
            <a:r>
              <a:rPr lang="en-US" sz="2000">
                <a:ea typeface="+mn-lt"/>
                <a:cs typeface="+mn-lt"/>
              </a:rPr>
              <a:t>Software XORs the two halves together to finish each column</a:t>
            </a:r>
            <a:endParaRPr lang="en-US">
              <a:ea typeface="+mn-lt"/>
              <a:cs typeface="+mn-lt"/>
            </a:endParaRPr>
          </a:p>
          <a:p>
            <a:pPr marL="285750" indent="-285750">
              <a:buFont typeface="Arial"/>
              <a:buChar char="•"/>
            </a:pPr>
            <a:r>
              <a:rPr lang="en-US" sz="2000">
                <a:ea typeface="+mn-lt"/>
                <a:cs typeface="+mn-lt"/>
              </a:rPr>
              <a:t>Kept the original single S-box path intact as a fallback</a:t>
            </a:r>
            <a:endParaRPr lang="en-US">
              <a:cs typeface="Arial" panose="020B0604020202020204"/>
            </a:endParaRPr>
          </a:p>
        </p:txBody>
      </p:sp>
      <p:pic>
        <p:nvPicPr>
          <p:cNvPr id="7" name="Picture 6" descr="A diagram of a computer network&#10;&#10;AI-generated content may be incorrect.">
            <a:extLst>
              <a:ext uri="{FF2B5EF4-FFF2-40B4-BE49-F238E27FC236}">
                <a16:creationId xmlns:a16="http://schemas.microsoft.com/office/drawing/2014/main" id="{17769AA8-2EBC-FCA3-FC1F-DE567D76D46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87645" y="2629654"/>
            <a:ext cx="5180503" cy="24703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4427902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F2D71E-6E8B-5C40-BEA0-934240C7C2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9247CDA-9EBA-00FE-DDD3-244857992140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fld id="{86CF0BC4-CAAA-4113-A44D-B077CA6D06A0}" type="datetime1">
              <a:rPr lang="nl-NL" smtClean="0"/>
              <a:t>12-6-2026</a:t>
            </a:fld>
            <a:endParaRPr lang="en-GB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0E7671F-A0C4-1104-E880-0B47A1D8F3DD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fld id="{9E843DB9-9987-4157-AB9C-CEA8D7D910BB}" type="slidenum">
              <a:rPr lang="en-GB" smtClean="0"/>
              <a:pPr/>
              <a:t>15</a:t>
            </a:fld>
            <a:endParaRPr lang="en-GB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4DE2A6BC-896B-CB48-2CE9-07FFF259C2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8666" y="722454"/>
            <a:ext cx="10743750" cy="589222"/>
          </a:xfrm>
        </p:spPr>
        <p:txBody>
          <a:bodyPr/>
          <a:lstStyle/>
          <a:p>
            <a:r>
              <a:rPr lang="en-US" sz="3400"/>
              <a:t>RTL Optimization: Parallel DOM S-box</a:t>
            </a:r>
            <a:endParaRPr lang="en-US" sz="3400">
              <a:cs typeface="Arial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D7548BA-F58C-F773-990A-BC61CC9EB082}"/>
              </a:ext>
            </a:extLst>
          </p:cNvPr>
          <p:cNvSpPr txBox="1"/>
          <p:nvPr/>
        </p:nvSpPr>
        <p:spPr>
          <a:xfrm>
            <a:off x="892038" y="1721332"/>
            <a:ext cx="10097386" cy="2462213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000" b="1">
                <a:solidFill>
                  <a:srgbClr val="00B0F0"/>
                </a:solidFill>
                <a:ea typeface="+mn-lt"/>
                <a:cs typeface="+mn-lt"/>
              </a:rPr>
              <a:t>Why we did it?</a:t>
            </a:r>
            <a:endParaRPr lang="en-US"/>
          </a:p>
          <a:p>
            <a:pPr marL="285750" indent="-285750">
              <a:buFont typeface="Arial"/>
              <a:buChar char="•"/>
            </a:pPr>
            <a:endParaRPr lang="en-US" sz="2000">
              <a:ea typeface="+mn-lt"/>
              <a:cs typeface="+mn-lt"/>
            </a:endParaRPr>
          </a:p>
          <a:p>
            <a:pPr marL="342900" indent="-342900">
              <a:buFont typeface="Arial"/>
              <a:buChar char="•"/>
            </a:pPr>
            <a:r>
              <a:rPr lang="en-US" sz="2000">
                <a:ea typeface="+mn-lt"/>
                <a:cs typeface="+mn-lt"/>
              </a:rPr>
              <a:t>The DOM S-box is the real bottleneck: every byte pays a fixed 5 cycle latency and stalls the whole pipeline</a:t>
            </a:r>
            <a:endParaRPr lang="en-US">
              <a:ea typeface="+mn-lt"/>
              <a:cs typeface="+mn-lt"/>
            </a:endParaRPr>
          </a:p>
          <a:p>
            <a:pPr marL="342900" indent="-342900">
              <a:buFont typeface="Arial"/>
              <a:buChar char="•"/>
            </a:pPr>
            <a:r>
              <a:rPr lang="en-US" sz="2000">
                <a:ea typeface="+mn-lt"/>
                <a:cs typeface="+mn-lt"/>
              </a:rPr>
              <a:t>The original design did the S-box one byte at a time, so the 16 bytes per round were fully serial</a:t>
            </a:r>
            <a:endParaRPr lang="en-US">
              <a:ea typeface="+mn-lt"/>
              <a:cs typeface="+mn-lt"/>
            </a:endParaRPr>
          </a:p>
          <a:p>
            <a:pPr marL="342900" indent="-342900">
              <a:buFont typeface="Arial"/>
              <a:buChar char="•"/>
            </a:pPr>
            <a:r>
              <a:rPr lang="en-US" sz="2000">
                <a:ea typeface="+mn-lt"/>
                <a:cs typeface="+mn-lt"/>
              </a:rPr>
              <a:t>Running two S-boxes at once halves the number of instructions per round</a:t>
            </a:r>
            <a:endParaRPr lang="en-US">
              <a:ea typeface="+mn-lt"/>
              <a:cs typeface="+mn-lt"/>
            </a:endParaRPr>
          </a:p>
          <a:p>
            <a:pPr marL="342900" indent="-342900">
              <a:buFont typeface="Arial"/>
              <a:buChar char="•"/>
            </a:pPr>
            <a:r>
              <a:rPr lang="en-US" sz="2000">
                <a:ea typeface="+mn-lt"/>
                <a:cs typeface="+mn-lt"/>
              </a:rPr>
              <a:t>The masking (side channel protection) had to stay fully intact</a:t>
            </a:r>
            <a:endParaRPr lang="en-US">
              <a:cs typeface="Arial" panose="020B0604020202020204"/>
            </a:endParaRPr>
          </a:p>
        </p:txBody>
      </p:sp>
    </p:spTree>
    <p:extLst>
      <p:ext uri="{BB962C8B-B14F-4D97-AF65-F5344CB8AC3E}">
        <p14:creationId xmlns:p14="http://schemas.microsoft.com/office/powerpoint/2010/main" val="26225223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B5FAD2-02E5-566B-1150-E9F49FCBDE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F6701F3-F018-67BD-80B5-DEE132435B97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fld id="{86CF0BC4-CAAA-4113-A44D-B077CA6D06A0}" type="datetime1">
              <a:rPr lang="nl-NL" smtClean="0"/>
              <a:t>12-6-2026</a:t>
            </a:fld>
            <a:endParaRPr lang="en-GB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AABB54F-2985-0294-E7A4-D45BE71D2AD1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fld id="{9E843DB9-9987-4157-AB9C-CEA8D7D910BB}" type="slidenum">
              <a:rPr lang="en-GB" smtClean="0"/>
              <a:pPr/>
              <a:t>16</a:t>
            </a:fld>
            <a:endParaRPr lang="en-GB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51DBF8C7-4A89-0455-0FF6-EFF71800B1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8666" y="722454"/>
            <a:ext cx="10743750" cy="589222"/>
          </a:xfrm>
        </p:spPr>
        <p:txBody>
          <a:bodyPr/>
          <a:lstStyle/>
          <a:p>
            <a:r>
              <a:rPr lang="en-US" sz="3400"/>
              <a:t>RTL Optimization: Parallel DOM S-box</a:t>
            </a:r>
            <a:endParaRPr lang="en-US" sz="3400">
              <a:cs typeface="Arial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D48F870-DA03-773F-5C7C-3EC09A77FC49}"/>
              </a:ext>
            </a:extLst>
          </p:cNvPr>
          <p:cNvSpPr txBox="1"/>
          <p:nvPr/>
        </p:nvSpPr>
        <p:spPr>
          <a:xfrm>
            <a:off x="892038" y="1721332"/>
            <a:ext cx="10097386" cy="92333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000" b="1">
                <a:solidFill>
                  <a:srgbClr val="00B0F0"/>
                </a:solidFill>
                <a:ea typeface="+mn-lt"/>
                <a:cs typeface="+mn-lt"/>
              </a:rPr>
              <a:t>Results</a:t>
            </a:r>
          </a:p>
          <a:p>
            <a:endParaRPr lang="en-US" sz="2000" b="1">
              <a:solidFill>
                <a:srgbClr val="00B0F0"/>
              </a:solidFill>
              <a:ea typeface="+mn-lt"/>
              <a:cs typeface="+mn-lt"/>
            </a:endParaRPr>
          </a:p>
          <a:p>
            <a:endParaRPr lang="en-US" sz="2000" b="1">
              <a:solidFill>
                <a:srgbClr val="00B0F0"/>
              </a:solidFill>
              <a:ea typeface="+mn-lt"/>
              <a:cs typeface="+mn-lt"/>
            </a:endParaRP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92079FD2-B6F7-DAE4-4101-70DBF0B3F2C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04409433"/>
              </p:ext>
            </p:extLst>
          </p:nvPr>
        </p:nvGraphicFramePr>
        <p:xfrm>
          <a:off x="1855105" y="2183746"/>
          <a:ext cx="8168640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22880">
                  <a:extLst>
                    <a:ext uri="{9D8B030D-6E8A-4147-A177-3AD203B41FA5}">
                      <a16:colId xmlns:a16="http://schemas.microsoft.com/office/drawing/2014/main" val="3809554223"/>
                    </a:ext>
                  </a:extLst>
                </a:gridCol>
                <a:gridCol w="2722880">
                  <a:extLst>
                    <a:ext uri="{9D8B030D-6E8A-4147-A177-3AD203B41FA5}">
                      <a16:colId xmlns:a16="http://schemas.microsoft.com/office/drawing/2014/main" val="2060622130"/>
                    </a:ext>
                  </a:extLst>
                </a:gridCol>
                <a:gridCol w="2722880">
                  <a:extLst>
                    <a:ext uri="{9D8B030D-6E8A-4147-A177-3AD203B41FA5}">
                      <a16:colId xmlns:a16="http://schemas.microsoft.com/office/drawing/2014/main" val="306085830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/>
                        <a:t>Stage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Cycles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Vs. Original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415737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/>
                        <a:t>Original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6260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baseline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0843125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/>
                        <a:t>Custom Unroll Pass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4800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23% faster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3773002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/>
                        <a:t>Parallel DOM S-box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4104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34% faster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14768124"/>
                  </a:ext>
                </a:extLst>
              </a:tr>
            </a:tbl>
          </a:graphicData>
        </a:graphic>
      </p:graphicFrame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C274CF8C-4787-F073-8F08-7CDEDB753A0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45374251"/>
              </p:ext>
            </p:extLst>
          </p:nvPr>
        </p:nvGraphicFramePr>
        <p:xfrm>
          <a:off x="1873163" y="3809739"/>
          <a:ext cx="8153400" cy="21717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76700">
                  <a:extLst>
                    <a:ext uri="{9D8B030D-6E8A-4147-A177-3AD203B41FA5}">
                      <a16:colId xmlns:a16="http://schemas.microsoft.com/office/drawing/2014/main" val="4107572227"/>
                    </a:ext>
                  </a:extLst>
                </a:gridCol>
                <a:gridCol w="4076700">
                  <a:extLst>
                    <a:ext uri="{9D8B030D-6E8A-4147-A177-3AD203B41FA5}">
                      <a16:colId xmlns:a16="http://schemas.microsoft.com/office/drawing/2014/main" val="4026469846"/>
                    </a:ext>
                  </a:extLst>
                </a:gridCol>
              </a:tblGrid>
              <a:tr h="361950">
                <a:tc>
                  <a:txBody>
                    <a:bodyPr/>
                    <a:lstStyle/>
                    <a:p>
                      <a:pPr marL="0" indent="0" algn="l" fontAlgn="base">
                        <a:lnSpc>
                          <a:spcPts val="2160"/>
                        </a:lnSpc>
                        <a:buNone/>
                      </a:pPr>
                      <a:r>
                        <a:rPr lang="en-US" sz="1800" b="1" i="0">
                          <a:solidFill>
                            <a:srgbClr val="FFFFFF"/>
                          </a:solidFill>
                          <a:effectLst/>
                          <a:latin typeface="Arial" panose="020B0604020202020204" pitchFamily="34" charset="0"/>
                        </a:rPr>
                        <a:t>Resource</a:t>
                      </a:r>
                      <a:endParaRPr lang="en-US" b="1" i="0">
                        <a:solidFill>
                          <a:srgbClr val="FFFFFF"/>
                        </a:solidFill>
                        <a:effectLst/>
                      </a:endParaRPr>
                    </a:p>
                  </a:txBody>
                  <a:tcPr>
                    <a:lnL w="88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6479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 fontAlgn="base">
                        <a:lnSpc>
                          <a:spcPts val="2160"/>
                        </a:lnSpc>
                        <a:buNone/>
                      </a:pPr>
                      <a:r>
                        <a:rPr lang="en-US" sz="1800" b="1" i="0">
                          <a:solidFill>
                            <a:srgbClr val="FFFFFF"/>
                          </a:solidFill>
                          <a:effectLst/>
                          <a:latin typeface="Arial" panose="020B0604020202020204" pitchFamily="34" charset="0"/>
                        </a:rPr>
                        <a:t>Count</a:t>
                      </a:r>
                      <a:endParaRPr lang="en-US" b="1" i="0">
                        <a:solidFill>
                          <a:srgbClr val="FFFFFF"/>
                        </a:solidFill>
                        <a:effectLst/>
                      </a:endParaRPr>
                    </a:p>
                  </a:txBody>
                  <a:tcPr>
                    <a:lnL w="88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6479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74405733"/>
                  </a:ext>
                </a:extLst>
              </a:tr>
              <a:tr h="361950">
                <a:tc>
                  <a:txBody>
                    <a:bodyPr/>
                    <a:lstStyle/>
                    <a:p>
                      <a:pPr marL="0" indent="0" algn="l" fontAlgn="base">
                        <a:lnSpc>
                          <a:spcPts val="2160"/>
                        </a:lnSpc>
                        <a:buNone/>
                      </a:pPr>
                      <a:r>
                        <a:rPr lang="en-US" sz="1800" b="0" i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Cycle Count</a:t>
                      </a:r>
                      <a:endParaRPr lang="en-US" b="0" i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>
                    <a:lnL w="88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6479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 fontAlgn="base">
                        <a:lnSpc>
                          <a:spcPts val="2160"/>
                        </a:lnSpc>
                        <a:buNone/>
                      </a:pPr>
                      <a:r>
                        <a:rPr lang="en-US" sz="1800" b="0" i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4121</a:t>
                      </a:r>
                      <a:endParaRPr lang="en-US" b="0" i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>
                    <a:lnL w="88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6479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42216566"/>
                  </a:ext>
                </a:extLst>
              </a:tr>
              <a:tr h="361950">
                <a:tc>
                  <a:txBody>
                    <a:bodyPr/>
                    <a:lstStyle/>
                    <a:p>
                      <a:pPr marL="0" indent="0" algn="l" fontAlgn="base">
                        <a:lnSpc>
                          <a:spcPts val="2160"/>
                        </a:lnSpc>
                        <a:buNone/>
                      </a:pPr>
                      <a:r>
                        <a:rPr lang="en-US" sz="1800" b="0" i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LUTs</a:t>
                      </a:r>
                      <a:endParaRPr lang="en-US" b="0" i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>
                    <a:lnL w="88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 fontAlgn="base">
                        <a:lnSpc>
                          <a:spcPts val="2160"/>
                        </a:lnSpc>
                        <a:buNone/>
                      </a:pPr>
                      <a:r>
                        <a:rPr lang="en-US" sz="1800" b="0" i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11987</a:t>
                      </a:r>
                      <a:endParaRPr lang="en-US" b="0" i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>
                    <a:lnL w="88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00961568"/>
                  </a:ext>
                </a:extLst>
              </a:tr>
              <a:tr h="361950">
                <a:tc>
                  <a:txBody>
                    <a:bodyPr/>
                    <a:lstStyle/>
                    <a:p>
                      <a:pPr marL="0" indent="0" algn="l" fontAlgn="base">
                        <a:lnSpc>
                          <a:spcPts val="2160"/>
                        </a:lnSpc>
                        <a:buNone/>
                      </a:pPr>
                      <a:r>
                        <a:rPr lang="en-US" sz="1800" b="0" i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Registers</a:t>
                      </a:r>
                      <a:endParaRPr lang="en-US" b="0" i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>
                    <a:lnL w="88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 fontAlgn="base">
                        <a:lnSpc>
                          <a:spcPts val="2160"/>
                        </a:lnSpc>
                        <a:buNone/>
                      </a:pPr>
                      <a:r>
                        <a:rPr lang="en-US" sz="1800" b="0" i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10412</a:t>
                      </a:r>
                      <a:endParaRPr lang="en-US" b="0" i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>
                    <a:lnL w="88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55301810"/>
                  </a:ext>
                </a:extLst>
              </a:tr>
              <a:tr h="361950">
                <a:tc>
                  <a:txBody>
                    <a:bodyPr/>
                    <a:lstStyle/>
                    <a:p>
                      <a:pPr marL="0" indent="0" algn="l" fontAlgn="base">
                        <a:lnSpc>
                          <a:spcPts val="2160"/>
                        </a:lnSpc>
                        <a:buNone/>
                      </a:pPr>
                      <a:r>
                        <a:rPr lang="en-US" sz="1800" b="0" i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Muxes</a:t>
                      </a:r>
                      <a:endParaRPr lang="en-US" b="0" i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>
                    <a:lnL w="88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 fontAlgn="base">
                        <a:lnSpc>
                          <a:spcPts val="2160"/>
                        </a:lnSpc>
                        <a:buNone/>
                      </a:pPr>
                      <a:r>
                        <a:rPr lang="en-US" sz="1800" b="0" i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289</a:t>
                      </a:r>
                      <a:endParaRPr lang="en-US" b="0" i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>
                    <a:lnL w="88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13158481"/>
                  </a:ext>
                </a:extLst>
              </a:tr>
              <a:tr h="361950">
                <a:tc>
                  <a:txBody>
                    <a:bodyPr/>
                    <a:lstStyle/>
                    <a:p>
                      <a:pPr marL="0" indent="0" algn="l" fontAlgn="base">
                        <a:lnSpc>
                          <a:spcPts val="2160"/>
                        </a:lnSpc>
                        <a:buNone/>
                      </a:pPr>
                      <a:r>
                        <a:rPr lang="en-US" sz="1800" b="0" i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DSP</a:t>
                      </a:r>
                      <a:endParaRPr lang="en-US" b="0" i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>
                    <a:lnL w="88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 fontAlgn="base">
                        <a:lnSpc>
                          <a:spcPts val="2160"/>
                        </a:lnSpc>
                        <a:buNone/>
                      </a:pPr>
                      <a:r>
                        <a:rPr lang="en-US" sz="1800" b="0" i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5</a:t>
                      </a:r>
                      <a:endParaRPr lang="en-US" b="0" i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>
                    <a:lnL w="88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2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5879844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140285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76" y="658368"/>
            <a:ext cx="10744200" cy="640080"/>
          </a:xfrm>
        </p:spPr>
        <p:txBody>
          <a:bodyPr/>
          <a:lstStyle/>
          <a:p>
            <a:r>
              <a:rPr sz="2800" b="1"/>
              <a:t>Validation Framework: Simulation-Based Power Analysis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17320"/>
            <a:ext cx="10607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buNone/>
            </a:pPr>
            <a:r>
              <a:rPr sz="2000" b="1" i="0">
                <a:solidFill>
                  <a:srgbClr val="00B0F0"/>
                </a:solidFill>
              </a:rPr>
              <a:t>How we proved the masking works, in simulation and on hardware</a:t>
            </a:r>
          </a:p>
        </p:txBody>
      </p:sp>
      <p:pic>
        <p:nvPicPr>
          <p:cNvPr id="4" name="Picture 3" descr="fig_validation_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" y="1965960"/>
            <a:ext cx="10058400" cy="243519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68680" y="4297680"/>
            <a:ext cx="105156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buNone/>
            </a:pPr>
            <a:r>
              <a:rPr sz="1800" b="0" i="0">
                <a:solidFill>
                  <a:srgbClr val="202020"/>
                </a:solidFill>
              </a:rPr>
              <a:t>Power proxy = Hamming weight of the captured S-box result, logged per trace by a SystemVerilog testbench in Vivado xsim. The same rig drives the unprotected and the DOM S-box, so the before/after is clean.</a:t>
            </a:r>
          </a:p>
          <a:p>
            <a:pPr>
              <a:spcAft>
                <a:spcPts val="700"/>
              </a:spcAft>
            </a:pPr>
            <a:r>
              <a:rPr sz="1800" b="0" i="0">
                <a:solidFill>
                  <a:srgbClr val="202020"/>
                </a:solidFill>
              </a:rPr>
              <a:t>CPA: correlate power with HW(SBOX[pt XOR guess]) over all 256 guesses, 20 000 traces.</a:t>
            </a:r>
          </a:p>
          <a:p>
            <a:pPr>
              <a:spcAft>
                <a:spcPts val="700"/>
              </a:spcAft>
            </a:pPr>
            <a:r>
              <a:rPr sz="1800" b="0" i="0">
                <a:solidFill>
                  <a:srgbClr val="202020"/>
                </a:solidFill>
              </a:rPr>
              <a:t>TVLA: Welch fixed-vs-random t-test, 40 000 traces; |t| &gt; 4.5 means first-order leakage.</a:t>
            </a:r>
          </a:p>
          <a:p>
            <a:pPr>
              <a:spcAft>
                <a:spcPts val="700"/>
              </a:spcAft>
              <a:buNone/>
            </a:pPr>
            <a:r>
              <a:rPr sz="1600" b="0" i="0">
                <a:solidFill>
                  <a:srgbClr val="555555"/>
                </a:solidFill>
              </a:rPr>
              <a:t>Simulation isolates the data-dependent switching with no analog noise, alongside Rishi's CW305 hardware validation.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76" y="722376"/>
            <a:ext cx="10744200" cy="822960"/>
          </a:xfrm>
        </p:spPr>
        <p:txBody>
          <a:bodyPr/>
          <a:lstStyle/>
          <a:p>
            <a:r>
              <a:rPr sz="3400" b="1"/>
              <a:t>Validation Results: DOM Defeats the Attack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1732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1">
                <a:solidFill>
                  <a:srgbClr val="00B0F0"/>
                </a:solidFill>
              </a:rPr>
              <a:t>Same rig, same noise (σ = 2.0). The only change is the S-box, and the leakage disappears.</a:t>
            </a:r>
          </a:p>
        </p:txBody>
      </p:sp>
      <p:pic>
        <p:nvPicPr>
          <p:cNvPr id="4" name="Picture 3" descr="tvla_before_af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965960"/>
            <a:ext cx="5715000" cy="3089189"/>
          </a:xfrm>
          <a:prstGeom prst="rect">
            <a:avLst/>
          </a:prstGeom>
        </p:spPr>
      </p:pic>
      <p:pic>
        <p:nvPicPr>
          <p:cNvPr id="5" name="Picture 4" descr="cpa_before_af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2240280"/>
            <a:ext cx="5532120" cy="2336133"/>
          </a:xfrm>
          <a:prstGeom prst="rect">
            <a:avLst/>
          </a:prstGeom>
        </p:spPr>
      </p:pic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5074920"/>
          <a:ext cx="1106424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846320"/>
                <a:gridCol w="3108960"/>
                <a:gridCol w="3108960"/>
              </a:tblGrid>
              <a:tr h="274320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>Metric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>Unprotected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>DOM-masked</a:t>
                      </a:r>
                    </a:p>
                  </a:txBody>
                  <a:tcPr anchor="ctr"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500" b="1"/>
                        <a:t>CPA true-key rank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500" b="0"/>
                        <a:t>1 / 256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87A3B"/>
                          </a:solidFill>
                        </a:rPr>
                        <a:t>35 / 256</a:t>
                      </a:r>
                    </a:p>
                  </a:txBody>
                  <a:tcPr anchor="ctr"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500" b="1"/>
                        <a:t>CPA top |r|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500" b="0"/>
                        <a:t>0.58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87A3B"/>
                          </a:solidFill>
                        </a:rPr>
                        <a:t>0.022</a:t>
                      </a:r>
                    </a:p>
                  </a:txBody>
                  <a:tcPr anchor="ctr"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500" b="1"/>
                        <a:t>TVLA max |t|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500" b="0"/>
                        <a:t>44.0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87A3B"/>
                          </a:solidFill>
                        </a:rPr>
                        <a:t>1.4</a:t>
                      </a:r>
                    </a:p>
                  </a:txBody>
                  <a:tcPr anchor="ctr"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500" b="1"/>
                        <a:t>Crosses |t| = 4.5?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500" b="0"/>
                        <a:t>Yes (9.8x)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87A3B"/>
                          </a:solidFill>
                        </a:rPr>
                        <a:t>No (0.3x)</a:t>
                      </a:r>
                    </a:p>
                  </a:txBody>
                  <a:tcPr anchor="ctr"/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215E5C3-58B4-9348-9C0F-ECF95A0265EE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fld id="{86CF0BC4-CAAA-4113-A44D-B077CA6D06A0}" type="datetime1">
              <a:rPr lang="nl-NL" smtClean="0"/>
              <a:t>12-6-2026</a:t>
            </a:fld>
            <a:endParaRPr lang="en-GB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9275C5F-2CBD-DA27-B0C6-1D1D0B409743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fld id="{9E843DB9-9987-4157-AB9C-CEA8D7D910BB}" type="slidenum">
              <a:rPr lang="en-GB" smtClean="0"/>
              <a:pPr/>
              <a:t>17</a:t>
            </a:fld>
            <a:endParaRPr lang="en-GB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14260B0D-5B6B-BA13-ECC3-613864F943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8666" y="722454"/>
            <a:ext cx="10743750" cy="589222"/>
          </a:xfrm>
        </p:spPr>
        <p:txBody>
          <a:bodyPr/>
          <a:lstStyle/>
          <a:p>
            <a:r>
              <a:rPr lang="en-US">
                <a:cs typeface="Arial"/>
              </a:rPr>
              <a:t>Future Work: The Super Instruction </a:t>
            </a:r>
            <a:br>
              <a:rPr lang="en-US">
                <a:cs typeface="Arial"/>
              </a:rPr>
            </a:br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0E7CCDB-9939-2460-EF59-1689425A63F0}"/>
              </a:ext>
            </a:extLst>
          </p:cNvPr>
          <p:cNvSpPr txBox="1"/>
          <p:nvPr/>
        </p:nvSpPr>
        <p:spPr>
          <a:xfrm>
            <a:off x="883177" y="1623867"/>
            <a:ext cx="5436782" cy="393954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000" b="1" u="sng"/>
              <a:t>The observation:</a:t>
            </a:r>
            <a:r>
              <a:rPr lang="en-US" sz="2000" b="1"/>
              <a:t> </a:t>
            </a:r>
            <a:endParaRPr lang="en-US" sz="2000" b="1">
              <a:cs typeface="Arial"/>
            </a:endParaRPr>
          </a:p>
          <a:p>
            <a:endParaRPr lang="en-US" sz="2000">
              <a:ea typeface="+mn-lt"/>
              <a:cs typeface="+mn-lt"/>
            </a:endParaRPr>
          </a:p>
          <a:p>
            <a:pPr marL="285750" indent="-285750">
              <a:buFont typeface="Arial"/>
              <a:buChar char="•"/>
            </a:pPr>
            <a:r>
              <a:rPr lang="en-US" sz="2000"/>
              <a:t>Same operation four times</a:t>
            </a:r>
            <a:endParaRPr lang="en-US" sz="2000">
              <a:cs typeface="Arial"/>
            </a:endParaRPr>
          </a:p>
          <a:p>
            <a:endParaRPr lang="en-US" sz="2000">
              <a:ea typeface="+mn-lt"/>
              <a:cs typeface="+mn-lt"/>
            </a:endParaRPr>
          </a:p>
          <a:p>
            <a:pPr marL="285750" indent="-285750">
              <a:buFont typeface="Arial"/>
              <a:buChar char="•"/>
            </a:pPr>
            <a:r>
              <a:rPr lang="en-US" sz="2000"/>
              <a:t>This results in:</a:t>
            </a:r>
            <a:endParaRPr lang="en-US" sz="2000">
              <a:cs typeface="Arial"/>
            </a:endParaRPr>
          </a:p>
          <a:p>
            <a:r>
              <a:rPr lang="en-US" sz="2000"/>
              <a:t>         Additional execution overhead </a:t>
            </a:r>
            <a:endParaRPr lang="en-US" sz="2000">
              <a:cs typeface="Arial"/>
            </a:endParaRPr>
          </a:p>
          <a:p>
            <a:endParaRPr lang="en-US" sz="2000"/>
          </a:p>
          <a:p>
            <a:r>
              <a:rPr lang="en-US" sz="2000"/>
              <a:t>         Repeated instruction fetch and decode. </a:t>
            </a:r>
            <a:endParaRPr lang="en-US" sz="2000">
              <a:cs typeface="Arial"/>
            </a:endParaRPr>
          </a:p>
          <a:p>
            <a:endParaRPr lang="en-US" sz="2000"/>
          </a:p>
          <a:p>
            <a:r>
              <a:rPr lang="en-US" sz="2000"/>
              <a:t>         Increased instruction count. . </a:t>
            </a:r>
            <a:endParaRPr lang="en-US" sz="2000">
              <a:cs typeface="Arial"/>
            </a:endParaRPr>
          </a:p>
          <a:p>
            <a:endParaRPr lang="en-US" sz="2000">
              <a:ea typeface="+mn-lt"/>
              <a:cs typeface="+mn-lt"/>
            </a:endParaRPr>
          </a:p>
          <a:p>
            <a:pPr marL="285750" indent="-285750">
              <a:buFont typeface="Arial"/>
              <a:buChar char="•"/>
            </a:pPr>
            <a:r>
              <a:rPr lang="en-US" sz="2000"/>
              <a:t>Independent, highly regular pattern.</a:t>
            </a:r>
            <a:endParaRPr lang="en-US" sz="2000">
              <a:cs typeface="Arial"/>
            </a:endParaRPr>
          </a:p>
          <a:p>
            <a:endParaRPr lang="en-US" sz="1600"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0965381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CA88EA-42E5-463B-1919-14AC3C15F6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4E1282D-9FA9-E532-AF41-FD95A8E792F6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fld id="{86CF0BC4-CAAA-4113-A44D-B077CA6D06A0}" type="datetime1">
              <a:rPr lang="nl-NL" smtClean="0"/>
              <a:t>12-6-2026</a:t>
            </a:fld>
            <a:endParaRPr lang="en-GB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E770D03-6922-F2B5-4D61-96AF3FA87C43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fld id="{9E843DB9-9987-4157-AB9C-CEA8D7D910BB}" type="slidenum">
              <a:rPr lang="en-GB" smtClean="0"/>
              <a:pPr/>
              <a:t>18</a:t>
            </a:fld>
            <a:endParaRPr lang="en-GB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14BC16B1-C4ED-9E20-C72E-C85C20A64C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8666" y="722454"/>
            <a:ext cx="10743750" cy="589222"/>
          </a:xfrm>
        </p:spPr>
        <p:txBody>
          <a:bodyPr/>
          <a:lstStyle/>
          <a:p>
            <a:r>
              <a:rPr lang="en-US">
                <a:cs typeface="Arial"/>
              </a:rPr>
              <a:t>The Super Instruction </a:t>
            </a:r>
            <a:br>
              <a:rPr lang="en-US">
                <a:cs typeface="Arial"/>
              </a:rPr>
            </a:br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014A73F-9E5E-754D-264B-B01B7EDAEACE}"/>
              </a:ext>
            </a:extLst>
          </p:cNvPr>
          <p:cNvSpPr txBox="1"/>
          <p:nvPr/>
        </p:nvSpPr>
        <p:spPr>
          <a:xfrm>
            <a:off x="892038" y="1712472"/>
            <a:ext cx="5498806" cy="667875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sz="2000" b="1" u="sng">
                <a:cs typeface="Arial"/>
              </a:rPr>
              <a:t>The Idea:</a:t>
            </a:r>
          </a:p>
          <a:p>
            <a:endParaRPr lang="en-US" sz="2000">
              <a:cs typeface="Arial"/>
            </a:endParaRPr>
          </a:p>
          <a:p>
            <a:r>
              <a:rPr lang="en-US" sz="2000" err="1">
                <a:ea typeface="+mn-lt"/>
                <a:cs typeface="+mn-lt"/>
              </a:rPr>
              <a:t>i</a:t>
            </a:r>
            <a:r>
              <a:rPr lang="en-US" sz="2000">
                <a:ea typeface="+mn-lt"/>
                <a:cs typeface="+mn-lt"/>
              </a:rPr>
              <a:t>) Introduce a super instruction</a:t>
            </a:r>
            <a:endParaRPr lang="en-US" sz="2000">
              <a:cs typeface="Arial"/>
            </a:endParaRPr>
          </a:p>
          <a:p>
            <a:endParaRPr lang="en-US" sz="2000">
              <a:ea typeface="+mn-lt"/>
              <a:cs typeface="+mn-lt"/>
            </a:endParaRPr>
          </a:p>
          <a:p>
            <a:r>
              <a:rPr lang="en-US" sz="2000">
                <a:ea typeface="+mn-lt"/>
                <a:cs typeface="+mn-lt"/>
              </a:rPr>
              <a:t>ii) Replicate AES32/</a:t>
            </a:r>
            <a:r>
              <a:rPr lang="en-US" sz="2000" err="1">
                <a:ea typeface="+mn-lt"/>
                <a:cs typeface="+mn-lt"/>
              </a:rPr>
              <a:t>Zkne</a:t>
            </a:r>
            <a:r>
              <a:rPr lang="en-US" sz="2000">
                <a:ea typeface="+mn-lt"/>
                <a:cs typeface="+mn-lt"/>
              </a:rPr>
              <a:t> </a:t>
            </a:r>
            <a:r>
              <a:rPr lang="en-US" sz="2000" err="1">
                <a:ea typeface="+mn-lt"/>
                <a:cs typeface="+mn-lt"/>
              </a:rPr>
              <a:t>datapath</a:t>
            </a:r>
            <a:r>
              <a:rPr lang="en-US" sz="2000">
                <a:ea typeface="+mn-lt"/>
                <a:cs typeface="+mn-lt"/>
              </a:rPr>
              <a:t> four times</a:t>
            </a:r>
            <a:endParaRPr lang="en-US" sz="2000">
              <a:cs typeface="Arial"/>
            </a:endParaRPr>
          </a:p>
          <a:p>
            <a:endParaRPr lang="en-US" sz="2000" b="1">
              <a:ea typeface="+mn-lt"/>
              <a:cs typeface="+mn-lt"/>
            </a:endParaRPr>
          </a:p>
          <a:p>
            <a:r>
              <a:rPr lang="en-US" sz="2000">
                <a:ea typeface="+mn-lt"/>
                <a:cs typeface="+mn-lt"/>
              </a:rPr>
              <a:t>iii) Execute in parallel within a single instruction.</a:t>
            </a:r>
            <a:endParaRPr lang="en-US" sz="2000">
              <a:cs typeface="Arial"/>
            </a:endParaRPr>
          </a:p>
          <a:p>
            <a:endParaRPr lang="en-US" sz="2000">
              <a:ea typeface="+mn-lt"/>
              <a:cs typeface="+mn-lt"/>
            </a:endParaRPr>
          </a:p>
          <a:p>
            <a:r>
              <a:rPr lang="en-US" sz="2000">
                <a:ea typeface="+mn-lt"/>
                <a:cs typeface="+mn-lt"/>
              </a:rPr>
              <a:t>iv) Combine the results internally </a:t>
            </a:r>
          </a:p>
          <a:p>
            <a:r>
              <a:rPr lang="en-US" sz="2000">
                <a:ea typeface="+mn-lt"/>
                <a:cs typeface="+mn-lt"/>
              </a:rPr>
              <a:t>and write back the final 32-bit result.</a:t>
            </a:r>
            <a:endParaRPr lang="en-US" sz="2000">
              <a:cs typeface="Arial"/>
            </a:endParaRPr>
          </a:p>
          <a:p>
            <a:endParaRPr lang="en-US" sz="2000">
              <a:cs typeface="Arial"/>
            </a:endParaRPr>
          </a:p>
          <a:p>
            <a:endParaRPr lang="en-US" sz="2000">
              <a:cs typeface="Arial"/>
            </a:endParaRPr>
          </a:p>
          <a:p>
            <a:pPr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</a:pPr>
            <a:endParaRPr lang="en-US" sz="2000" b="1">
              <a:cs typeface="Arial"/>
            </a:endParaRPr>
          </a:p>
          <a:p>
            <a:pPr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</a:pPr>
            <a:endParaRPr lang="en-US" sz="2000" b="1" u="sng">
              <a:cs typeface="Arial"/>
            </a:endParaRPr>
          </a:p>
          <a:p>
            <a:pPr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</a:pPr>
            <a:endParaRPr lang="en-US" sz="2000" b="1">
              <a:cs typeface="Arial"/>
            </a:endParaRPr>
          </a:p>
          <a:p>
            <a:pPr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</a:pPr>
            <a:endParaRPr lang="en-US" sz="2000">
              <a:cs typeface="Arial"/>
            </a:endParaRPr>
          </a:p>
          <a:p>
            <a:pPr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</a:pPr>
            <a:endParaRPr lang="en-US" sz="2000">
              <a:cs typeface="Arial"/>
            </a:endParaRPr>
          </a:p>
          <a:p>
            <a:pPr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</a:pPr>
            <a:endParaRPr lang="en-US" sz="2000">
              <a:cs typeface="Arial"/>
            </a:endParaRPr>
          </a:p>
          <a:p>
            <a:pPr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</a:pPr>
            <a:endParaRPr lang="en-US" sz="2000"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8144630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DF7634-B793-84AA-4301-3A61DCCA90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32AA190-412E-63CF-AC79-1285F3D62DA5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fld id="{86CF0BC4-CAAA-4113-A44D-B077CA6D06A0}" type="datetime1">
              <a:rPr lang="nl-NL" smtClean="0"/>
              <a:t>12-6-2026</a:t>
            </a:fld>
            <a:endParaRPr lang="en-GB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8FF4782-1109-B9D2-F3DE-B03ACC5B0093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fld id="{9E843DB9-9987-4157-AB9C-CEA8D7D910BB}" type="slidenum">
              <a:rPr lang="en-GB" smtClean="0"/>
              <a:pPr/>
              <a:t>19</a:t>
            </a:fld>
            <a:endParaRPr lang="en-GB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91337BF1-8A2A-EB98-513F-A6D6ECCF2E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8666" y="722454"/>
            <a:ext cx="10743750" cy="589222"/>
          </a:xfrm>
        </p:spPr>
        <p:txBody>
          <a:bodyPr/>
          <a:lstStyle/>
          <a:p>
            <a:r>
              <a:rPr lang="en-US">
                <a:cs typeface="Arial"/>
              </a:rPr>
              <a:t>The Super Instruction </a:t>
            </a:r>
            <a:br>
              <a:rPr lang="en-US">
                <a:cs typeface="Arial"/>
              </a:rPr>
            </a:br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665A4BF-C0F4-6B48-CEAC-170D130BDB6F}"/>
              </a:ext>
            </a:extLst>
          </p:cNvPr>
          <p:cNvSpPr txBox="1"/>
          <p:nvPr/>
        </p:nvSpPr>
        <p:spPr>
          <a:xfrm>
            <a:off x="918619" y="1473239"/>
            <a:ext cx="7598735" cy="731584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000" b="1" u="sng"/>
              <a:t>Architectural Changes</a:t>
            </a:r>
            <a:endParaRPr lang="en-US" sz="2000">
              <a:cs typeface="Arial"/>
            </a:endParaRPr>
          </a:p>
          <a:p>
            <a:endParaRPr lang="en-US" sz="2000">
              <a:ea typeface="+mn-lt"/>
              <a:cs typeface="+mn-lt"/>
            </a:endParaRPr>
          </a:p>
          <a:p>
            <a:r>
              <a:rPr lang="en-US" sz="2000" err="1">
                <a:ea typeface="+mn-lt"/>
                <a:cs typeface="+mn-lt"/>
              </a:rPr>
              <a:t>i</a:t>
            </a:r>
            <a:r>
              <a:rPr lang="en-US" sz="2000">
                <a:ea typeface="+mn-lt"/>
                <a:cs typeface="+mn-lt"/>
              </a:rPr>
              <a:t>) </a:t>
            </a:r>
            <a:r>
              <a:rPr lang="en-US" sz="2000" b="1">
                <a:ea typeface="+mn-lt"/>
                <a:cs typeface="+mn-lt"/>
              </a:rPr>
              <a:t>Introduced new opcodes and instruction formats</a:t>
            </a:r>
            <a:r>
              <a:rPr lang="en-US" sz="2000">
                <a:ea typeface="+mn-lt"/>
                <a:cs typeface="+mn-lt"/>
              </a:rPr>
              <a:t> </a:t>
            </a:r>
            <a:endParaRPr lang="en-US" sz="2000">
              <a:cs typeface="Arial"/>
            </a:endParaRPr>
          </a:p>
          <a:p>
            <a:pPr marL="285750" indent="-285750">
              <a:buFont typeface="Arial"/>
              <a:buChar char="•"/>
            </a:pPr>
            <a:r>
              <a:rPr lang="en-US" sz="2000">
                <a:ea typeface="+mn-lt"/>
                <a:cs typeface="+mn-lt"/>
              </a:rPr>
              <a:t>New instruction encoding includes four source registers:</a:t>
            </a:r>
            <a:endParaRPr lang="en-US" sz="2000">
              <a:cs typeface="Arial"/>
            </a:endParaRPr>
          </a:p>
          <a:p>
            <a:r>
              <a:rPr lang="en-US" sz="2000">
                <a:latin typeface="Arial"/>
                <a:cs typeface="Arial"/>
              </a:rPr>
              <a:t>rs4 | rs3 | rs2 | rs1 | </a:t>
            </a:r>
            <a:r>
              <a:rPr lang="en-US" sz="2000" err="1">
                <a:latin typeface="Arial"/>
                <a:cs typeface="Arial"/>
              </a:rPr>
              <a:t>rd</a:t>
            </a:r>
            <a:r>
              <a:rPr lang="en-US" sz="2000">
                <a:latin typeface="Arial"/>
                <a:cs typeface="Arial"/>
              </a:rPr>
              <a:t> | opcode</a:t>
            </a:r>
          </a:p>
          <a:p>
            <a:endParaRPr lang="en-US" sz="2000">
              <a:ea typeface="+mn-lt"/>
              <a:cs typeface="+mn-lt"/>
            </a:endParaRPr>
          </a:p>
          <a:p>
            <a:pPr marL="285750" indent="-285750">
              <a:buFont typeface="Arial"/>
              <a:buChar char="•"/>
            </a:pPr>
            <a:r>
              <a:rPr lang="en-US" sz="2000">
                <a:ea typeface="+mn-lt"/>
                <a:cs typeface="+mn-lt"/>
              </a:rPr>
              <a:t>Single instruction to specify all operands</a:t>
            </a:r>
            <a:br>
              <a:rPr lang="en-US"/>
            </a:br>
            <a:endParaRPr lang="en-US" sz="2000">
              <a:cs typeface="Arial"/>
            </a:endParaRPr>
          </a:p>
          <a:p>
            <a:r>
              <a:rPr lang="en-US" sz="2000">
                <a:ea typeface="+mn-lt"/>
                <a:cs typeface="+mn-lt"/>
              </a:rPr>
              <a:t>ii) </a:t>
            </a:r>
            <a:r>
              <a:rPr lang="en-US" sz="2000" b="1">
                <a:ea typeface="+mn-lt"/>
                <a:cs typeface="+mn-lt"/>
              </a:rPr>
              <a:t>Modified the register file</a:t>
            </a:r>
            <a:endParaRPr lang="en-US" sz="2000">
              <a:cs typeface="Arial"/>
            </a:endParaRPr>
          </a:p>
          <a:p>
            <a:endParaRPr lang="en-US" sz="2000" b="1">
              <a:ea typeface="+mn-lt"/>
              <a:cs typeface="+mn-lt"/>
            </a:endParaRPr>
          </a:p>
          <a:p>
            <a:pPr marL="285750" indent="-285750">
              <a:buFont typeface="Arial"/>
              <a:buChar char="•"/>
            </a:pPr>
            <a:r>
              <a:rPr lang="en-US" sz="2000">
                <a:ea typeface="+mn-lt"/>
                <a:cs typeface="+mn-lt"/>
              </a:rPr>
              <a:t>Added an additional read port. </a:t>
            </a:r>
            <a:endParaRPr lang="en-US" sz="2000">
              <a:cs typeface="Arial"/>
            </a:endParaRPr>
          </a:p>
          <a:p>
            <a:pPr marL="285750" indent="-285750">
              <a:buFont typeface="Arial"/>
              <a:buChar char="•"/>
            </a:pPr>
            <a:endParaRPr lang="en-US" sz="2000">
              <a:ea typeface="+mn-lt"/>
              <a:cs typeface="+mn-lt"/>
            </a:endParaRPr>
          </a:p>
          <a:p>
            <a:pPr marL="285750" indent="-285750">
              <a:buFont typeface="Arial"/>
              <a:buChar char="•"/>
            </a:pPr>
            <a:r>
              <a:rPr lang="en-US" sz="2000">
                <a:ea typeface="+mn-lt"/>
                <a:cs typeface="+mn-lt"/>
              </a:rPr>
              <a:t>Allows all operands to be fetched within a single instruction cycle.</a:t>
            </a:r>
            <a:r>
              <a:rPr lang="en-US" sz="1600">
                <a:ea typeface="+mn-lt"/>
                <a:cs typeface="+mn-lt"/>
              </a:rPr>
              <a:t> </a:t>
            </a:r>
            <a:endParaRPr lang="en-US">
              <a:cs typeface="Arial"/>
            </a:endParaRPr>
          </a:p>
          <a:p>
            <a:br>
              <a:rPr lang="en-US"/>
            </a:br>
            <a:endParaRPr lang="en-US"/>
          </a:p>
          <a:p>
            <a:pPr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</a:pPr>
            <a:endParaRPr lang="en-US" sz="1600">
              <a:cs typeface="Arial"/>
            </a:endParaRPr>
          </a:p>
          <a:p>
            <a:pPr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</a:pPr>
            <a:endParaRPr lang="en-US" sz="1600">
              <a:cs typeface="Arial"/>
            </a:endParaRPr>
          </a:p>
          <a:p>
            <a:pPr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</a:pPr>
            <a:endParaRPr lang="en-US" sz="1600">
              <a:cs typeface="Arial"/>
            </a:endParaRPr>
          </a:p>
          <a:p>
            <a:pPr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</a:pPr>
            <a:endParaRPr lang="en-US" sz="1600">
              <a:cs typeface="Arial"/>
            </a:endParaRPr>
          </a:p>
          <a:p>
            <a:pPr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</a:pPr>
            <a:endParaRPr lang="en-US" sz="1600">
              <a:cs typeface="Arial"/>
            </a:endParaRPr>
          </a:p>
          <a:p>
            <a:pPr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</a:pPr>
            <a:endParaRPr lang="en-US" sz="1600"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97763101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FDB8EB-2693-FA83-2A19-68528D6A61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E688E32-08BC-41AF-7B9C-36EFB4D6A223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fld id="{86CF0BC4-CAAA-4113-A44D-B077CA6D06A0}" type="datetime1">
              <a:rPr lang="nl-NL" smtClean="0"/>
              <a:t>12-6-2026</a:t>
            </a:fld>
            <a:endParaRPr lang="en-GB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B099A81-0B3E-0594-6371-6D5FBC2CC268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fld id="{9E843DB9-9987-4157-AB9C-CEA8D7D910BB}" type="slidenum">
              <a:rPr lang="en-GB" smtClean="0"/>
              <a:pPr/>
              <a:t>20</a:t>
            </a:fld>
            <a:endParaRPr lang="en-GB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52CDA14B-9E8D-E38B-E396-33901AE7B3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8666" y="722454"/>
            <a:ext cx="10743750" cy="589222"/>
          </a:xfrm>
        </p:spPr>
        <p:txBody>
          <a:bodyPr/>
          <a:lstStyle/>
          <a:p>
            <a:r>
              <a:rPr lang="en-US">
                <a:cs typeface="Arial"/>
              </a:rPr>
              <a:t>The Super Instruction </a:t>
            </a:r>
            <a:br>
              <a:rPr lang="en-US">
                <a:cs typeface="Arial"/>
              </a:rPr>
            </a:br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FE7D6FC-20DE-9B43-47F1-8862EE3BA05E}"/>
              </a:ext>
            </a:extLst>
          </p:cNvPr>
          <p:cNvSpPr txBox="1"/>
          <p:nvPr/>
        </p:nvSpPr>
        <p:spPr>
          <a:xfrm>
            <a:off x="892038" y="1721332"/>
            <a:ext cx="10841665" cy="520142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sz="2000">
                <a:cs typeface="Arial"/>
              </a:rPr>
              <a:t>iii) </a:t>
            </a:r>
            <a:r>
              <a:rPr lang="en-US" sz="2000" b="1">
                <a:cs typeface="Arial"/>
              </a:rPr>
              <a:t>Replicated the </a:t>
            </a:r>
            <a:r>
              <a:rPr lang="en-US" sz="2000" b="1" err="1">
                <a:cs typeface="Arial"/>
              </a:rPr>
              <a:t>Zkne</a:t>
            </a:r>
            <a:r>
              <a:rPr lang="en-US" sz="2000" b="1">
                <a:cs typeface="Arial"/>
              </a:rPr>
              <a:t> hardware four times</a:t>
            </a:r>
            <a:endParaRPr lang="en-US" sz="2000">
              <a:cs typeface="Arial"/>
            </a:endParaRPr>
          </a:p>
          <a:p>
            <a:pPr marL="285750" indent="-285750">
              <a:buFont typeface="Arial,Sans-Serif"/>
              <a:buChar char="•"/>
            </a:pPr>
            <a:r>
              <a:rPr lang="en-US" sz="2000">
                <a:cs typeface="Arial"/>
              </a:rPr>
              <a:t>Instantiated four AES32/</a:t>
            </a:r>
            <a:r>
              <a:rPr lang="en-US" sz="2000" err="1">
                <a:cs typeface="Arial"/>
              </a:rPr>
              <a:t>Zkne</a:t>
            </a:r>
            <a:r>
              <a:rPr lang="en-US" sz="2000">
                <a:cs typeface="Arial"/>
              </a:rPr>
              <a:t> </a:t>
            </a:r>
            <a:r>
              <a:rPr lang="en-US" sz="2000" err="1">
                <a:cs typeface="Arial"/>
              </a:rPr>
              <a:t>datapaths</a:t>
            </a:r>
            <a:r>
              <a:rPr lang="en-US" sz="2000">
                <a:cs typeface="Arial"/>
              </a:rPr>
              <a:t>. </a:t>
            </a:r>
          </a:p>
          <a:p>
            <a:endParaRPr lang="en-US" sz="2000">
              <a:cs typeface="Arial"/>
            </a:endParaRPr>
          </a:p>
          <a:p>
            <a:pPr marL="285750" indent="-285750">
              <a:buFont typeface="Arial,Sans-Serif"/>
              <a:buChar char="•"/>
            </a:pPr>
            <a:endParaRPr lang="en-US" sz="2000">
              <a:cs typeface="Arial"/>
            </a:endParaRPr>
          </a:p>
          <a:p>
            <a:endParaRPr lang="en-US" sz="2000">
              <a:cs typeface="Arial"/>
            </a:endParaRPr>
          </a:p>
          <a:p>
            <a:pPr marL="285750" indent="-285750">
              <a:buFont typeface="Arial,Sans-Serif"/>
              <a:buChar char="•"/>
            </a:pPr>
            <a:endParaRPr lang="en-US" sz="2000">
              <a:cs typeface="Arial"/>
            </a:endParaRPr>
          </a:p>
          <a:p>
            <a:endParaRPr lang="en-US" sz="2000">
              <a:cs typeface="Arial"/>
            </a:endParaRPr>
          </a:p>
          <a:p>
            <a:r>
              <a:rPr lang="en-US" sz="2000">
                <a:cs typeface="Arial"/>
              </a:rPr>
              <a:t>iv) Added Software support for these super instructions:</a:t>
            </a:r>
          </a:p>
          <a:p>
            <a:endParaRPr lang="en-US" sz="2000">
              <a:cs typeface="Arial"/>
            </a:endParaRPr>
          </a:p>
          <a:p>
            <a:endParaRPr lang="en-US" sz="2000">
              <a:cs typeface="Arial"/>
            </a:endParaRPr>
          </a:p>
          <a:p>
            <a:pPr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</a:pPr>
            <a:endParaRPr lang="en-US" sz="2000">
              <a:cs typeface="Arial"/>
            </a:endParaRPr>
          </a:p>
          <a:p>
            <a:pPr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</a:pPr>
            <a:endParaRPr lang="en-US" sz="2000">
              <a:cs typeface="Arial"/>
            </a:endParaRPr>
          </a:p>
          <a:p>
            <a:pPr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</a:pPr>
            <a:endParaRPr lang="en-US" sz="2000">
              <a:cs typeface="Arial"/>
            </a:endParaRPr>
          </a:p>
          <a:p>
            <a:pPr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</a:pPr>
            <a:endParaRPr lang="en-US" sz="2000">
              <a:cs typeface="Arial"/>
            </a:endParaRPr>
          </a:p>
          <a:p>
            <a:pPr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</a:pPr>
            <a:endParaRPr lang="en-US" sz="2000"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97807268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D40A66-A8EE-65DD-D13B-DD6E4741DD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6A1F416-7BDA-8D7D-D255-E2B5E96CCE62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fld id="{86CF0BC4-CAAA-4113-A44D-B077CA6D06A0}" type="datetime1">
              <a:rPr lang="nl-NL" smtClean="0"/>
              <a:t>12-6-2026</a:t>
            </a:fld>
            <a:endParaRPr lang="en-GB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2EE797F-57D2-27C9-C413-5598BBFF26DE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fld id="{9E843DB9-9987-4157-AB9C-CEA8D7D910BB}" type="slidenum">
              <a:rPr lang="en-GB" smtClean="0"/>
              <a:pPr/>
              <a:t>21</a:t>
            </a:fld>
            <a:endParaRPr lang="en-GB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56980BA1-450E-FD2B-A225-1B722E7117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8666" y="722454"/>
            <a:ext cx="10743750" cy="589222"/>
          </a:xfrm>
        </p:spPr>
        <p:txBody>
          <a:bodyPr/>
          <a:lstStyle/>
          <a:p>
            <a:r>
              <a:rPr lang="en-US">
                <a:cs typeface="Arial"/>
              </a:rPr>
              <a:t>The Super Instruction </a:t>
            </a:r>
            <a:br>
              <a:rPr lang="en-US">
                <a:cs typeface="Arial"/>
              </a:rPr>
            </a:br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BB135B5-19D1-AA50-636A-4AE20DAA6B67}"/>
              </a:ext>
            </a:extLst>
          </p:cNvPr>
          <p:cNvSpPr txBox="1"/>
          <p:nvPr/>
        </p:nvSpPr>
        <p:spPr>
          <a:xfrm>
            <a:off x="892038" y="1721332"/>
            <a:ext cx="10097386" cy="295927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sz="2000" b="1" u="sng">
                <a:cs typeface="Arial"/>
              </a:rPr>
              <a:t>Limitations:</a:t>
            </a:r>
          </a:p>
          <a:p>
            <a:pPr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</a:pPr>
            <a:endParaRPr lang="en-US" sz="700">
              <a:cs typeface="Arial"/>
            </a:endParaRPr>
          </a:p>
          <a:p>
            <a:pPr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sz="2000" err="1">
                <a:cs typeface="Arial"/>
              </a:rPr>
              <a:t>i</a:t>
            </a:r>
            <a:r>
              <a:rPr lang="en-US" sz="2000">
                <a:cs typeface="Arial"/>
              </a:rPr>
              <a:t>)Haphazard allocation of new opcodes. Might mess with the RISCV convention in the long run</a:t>
            </a:r>
          </a:p>
          <a:p>
            <a:pPr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</a:pPr>
            <a:endParaRPr lang="en-US" sz="2000">
              <a:cs typeface="Arial"/>
            </a:endParaRPr>
          </a:p>
          <a:p>
            <a:pPr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sz="2000">
                <a:cs typeface="Arial"/>
              </a:rPr>
              <a:t>ii) Did not want to modify the register file architecture for just 2 instructions.</a:t>
            </a:r>
            <a:endParaRPr lang="en-US"/>
          </a:p>
          <a:p>
            <a:pPr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</a:pPr>
            <a:endParaRPr lang="en-US" sz="2000">
              <a:cs typeface="Arial"/>
            </a:endParaRPr>
          </a:p>
          <a:p>
            <a:pPr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sz="2000">
                <a:cs typeface="Arial"/>
              </a:rPr>
              <a:t>iii) Modest benefit, but high overhead (in terms of utilisation).</a:t>
            </a:r>
          </a:p>
        </p:txBody>
      </p:sp>
    </p:spTree>
    <p:extLst>
      <p:ext uri="{BB962C8B-B14F-4D97-AF65-F5344CB8AC3E}">
        <p14:creationId xmlns:p14="http://schemas.microsoft.com/office/powerpoint/2010/main" val="196446693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el 15">
            <a:extLst>
              <a:ext uri="{FF2B5EF4-FFF2-40B4-BE49-F238E27FC236}">
                <a16:creationId xmlns:a16="http://schemas.microsoft.com/office/drawing/2014/main" id="{F0AD81DD-0B80-233C-DBAF-E913CE0B86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Quote</a:t>
            </a:r>
          </a:p>
        </p:txBody>
      </p:sp>
      <p:sp>
        <p:nvSpPr>
          <p:cNvPr id="8" name="Tijdelijke aanduiding voor tekst 7">
            <a:extLst>
              <a:ext uri="{FF2B5EF4-FFF2-40B4-BE49-F238E27FC236}">
                <a16:creationId xmlns:a16="http://schemas.microsoft.com/office/drawing/2014/main" id="{1EAA3271-F85E-FF5B-FC10-8C62C9ABC4E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719138" y="719138"/>
            <a:ext cx="10752137" cy="5281612"/>
          </a:xfrm>
        </p:spPr>
        <p:txBody>
          <a:bodyPr/>
          <a:lstStyle/>
          <a:p>
            <a:r>
              <a:rPr lang="en-US">
                <a:solidFill>
                  <a:schemeClr val="tx2"/>
                </a:solidFill>
              </a:rPr>
              <a:t> </a:t>
            </a:r>
            <a:r>
              <a:rPr lang="en-US">
                <a:solidFill>
                  <a:srgbClr val="FFFFFF"/>
                </a:solidFill>
              </a:rPr>
              <a:t>THANK YOU !! </a:t>
            </a:r>
          </a:p>
          <a:p>
            <a:endParaRPr lang="en-US">
              <a:cs typeface="Arial"/>
            </a:endParaRPr>
          </a:p>
          <a:p>
            <a:endParaRPr lang="en-US">
              <a:cs typeface="Arial"/>
            </a:endParaRPr>
          </a:p>
        </p:txBody>
      </p:sp>
      <p:sp>
        <p:nvSpPr>
          <p:cNvPr id="3" name="Tijdelijke aanduiding voor datum 2">
            <a:extLst>
              <a:ext uri="{FF2B5EF4-FFF2-40B4-BE49-F238E27FC236}">
                <a16:creationId xmlns:a16="http://schemas.microsoft.com/office/drawing/2014/main" id="{3AC07C59-B968-4849-218B-5A356C2AB981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10146569" y="6405669"/>
            <a:ext cx="766235" cy="184666"/>
          </a:xfrm>
        </p:spPr>
        <p:txBody>
          <a:bodyPr/>
          <a:lstStyle/>
          <a:p>
            <a:fld id="{E839E319-1BF3-4271-A25C-38DAF2180812}" type="datetime1">
              <a:rPr lang="nl-NL" smtClean="0"/>
              <a:t>12-6-2026</a:t>
            </a:fld>
            <a:endParaRPr lang="en-GB"/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2D399DFC-B3BC-0F05-71CA-09FAF512A9AA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11178464" y="6405669"/>
            <a:ext cx="291298" cy="184666"/>
          </a:xfrm>
        </p:spPr>
        <p:txBody>
          <a:bodyPr/>
          <a:lstStyle/>
          <a:p>
            <a:fld id="{9E843DB9-9987-4157-AB9C-CEA8D7D910BB}" type="slidenum">
              <a:rPr lang="en-GB" smtClean="0"/>
              <a:pPr/>
              <a:t>22</a:t>
            </a:fld>
            <a:endParaRPr lang="en-GB"/>
          </a:p>
        </p:txBody>
      </p:sp>
      <p:pic>
        <p:nvPicPr>
          <p:cNvPr id="7" name="Picture 6" descr="Aesthetic Happy Face Transparent PNG - 600x600 - Free Download on NicePNG">
            <a:extLst>
              <a:ext uri="{FF2B5EF4-FFF2-40B4-BE49-F238E27FC236}">
                <a16:creationId xmlns:a16="http://schemas.microsoft.com/office/drawing/2014/main" id="{FCE03D19-0D8F-5ADE-322B-13B86673F6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4400" y="3150032"/>
            <a:ext cx="2743199" cy="22748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904759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TU DELFT | TEMPLATE (SLIDEBUILDER)">
  <a:themeElements>
    <a:clrScheme name="Aangepast 43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00A6D6"/>
      </a:accent1>
      <a:accent2>
        <a:srgbClr val="0C2340"/>
      </a:accent2>
      <a:accent3>
        <a:srgbClr val="EF60A3"/>
      </a:accent3>
      <a:accent4>
        <a:srgbClr val="EC6842"/>
      </a:accent4>
      <a:accent5>
        <a:srgbClr val="FFB81C"/>
      </a:accent5>
      <a:accent6>
        <a:srgbClr val="6CC24A"/>
      </a:accent6>
      <a:hlink>
        <a:srgbClr val="00A6D6"/>
      </a:hlink>
      <a:folHlink>
        <a:srgbClr val="00A6D6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1"/>
        </a:solidFill>
        <a:ln>
          <a:noFill/>
        </a:ln>
      </a:spPr>
      <a:bodyPr lIns="144000" tIns="144000" rIns="144000" bIns="144000" rtlCol="0" anchor="ctr"/>
      <a:lstStyle>
        <a:defPPr algn="ctr">
          <a:lnSpc>
            <a:spcPct val="90000"/>
          </a:lnSpc>
          <a:spcBef>
            <a:spcPts val="200"/>
          </a:spcBef>
          <a:spcAft>
            <a:spcPts val="200"/>
          </a:spcAft>
          <a:defRPr sz="1600" dirty="0" err="1" smtClean="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 cap="rnd">
          <a:solidFill>
            <a:schemeClr val="accent1"/>
          </a:solidFill>
          <a:round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noAutofit/>
      </a:bodyPr>
      <a:lstStyle>
        <a:defPPr algn="l">
          <a:lnSpc>
            <a:spcPct val="90000"/>
          </a:lnSpc>
          <a:spcBef>
            <a:spcPts val="600"/>
          </a:spcBef>
          <a:spcAft>
            <a:spcPts val="600"/>
          </a:spcAft>
          <a:defRPr sz="1600" dirty="0" err="1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tion3" id="{4F8AECC6-D329-4AE3-BCDB-373F234A7437}" vid="{B81EAC2A-555D-4936-8BF3-0B3B9DD84BA9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_rels/item4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4.xml"/></Relationships>
</file>

<file path=customXml/item1.xml><?xml version="1.0" encoding="utf-8"?>
<?mso-contentType ?>
<spe:Receivers xmlns:spe="http://schemas.microsoft.com/sharepoint/events">
  <Receiver>
    <Name>Document ID Generator</Name>
    <Synchronization>Synchronous</Synchronization>
    <Type>10001</Type>
    <SequenceNumber>1000</SequenceNumber>
    <Url/>
    <Assembly>Microsoft.Office.DocumentManagement, Version=16.0.0.0, Culture=neutral, PublicKeyToken=71e9bce111e9429c</Assembly>
    <Class>Microsoft.Office.DocumentManagement.Internal.DocIdHandler</Class>
    <Data/>
    <Filter/>
  </Receiver>
  <Receiver>
    <Name>Document ID Generator</Name>
    <Synchronization>Synchronous</Synchronization>
    <Type>10002</Type>
    <SequenceNumber>1001</SequenceNumber>
    <Url/>
    <Assembly>Microsoft.Office.DocumentManagement, Version=16.0.0.0, Culture=neutral, PublicKeyToken=71e9bce111e9429c</Assembly>
    <Class>Microsoft.Office.DocumentManagement.Internal.DocIdHandler</Class>
    <Data/>
    <Filter/>
  </Receiver>
  <Receiver>
    <Name>Document ID Generator</Name>
    <Synchronization>Synchronous</Synchronization>
    <Type>10004</Type>
    <SequenceNumber>1002</SequenceNumber>
    <Url/>
    <Assembly>Microsoft.Office.DocumentManagement, Version=16.0.0.0, Culture=neutral, PublicKeyToken=71e9bce111e9429c</Assembly>
    <Class>Microsoft.Office.DocumentManagement.Internal.DocIdHandler</Class>
    <Data/>
    <Filter/>
  </Receiver>
  <Receiver>
    <Name>Document ID Generator</Name>
    <Synchronization>Synchronous</Synchronization>
    <Type>10006</Type>
    <SequenceNumber>1003</SequenceNumber>
    <Url/>
    <Assembly>Microsoft.Office.DocumentManagement, Version=16.0.0.0, Culture=neutral, PublicKeyToken=71e9bce111e9429c</Assembly>
    <Class>Microsoft.Office.DocumentManagement.Internal.DocIdHandler</Class>
    <Data/>
    <Filter/>
  </Receiver>
</spe:Receiver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dlc_DocId xmlns="625af3c4-51f1-4017-80ca-c537fc85ab22">KTYWQER7VAYA-428015617-38</_dlc_DocId>
    <_dlc_DocIdUrl xmlns="625af3c4-51f1-4017-80ca-c537fc85ab22">
      <Url>https://tud365.sharepoint.com/sites/Assets/_layouts/15/DocIdRedir.aspx?ID=KTYWQER7VAYA-428015617-38</Url>
      <Description>KTYWQER7VAYA-428015617-38</Description>
    </_dlc_DocIdUrl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6F8CCD81E9B8EC4AA9F37098270FA7B2" ma:contentTypeVersion="4" ma:contentTypeDescription="Create a new document." ma:contentTypeScope="" ma:versionID="6bbf2edf66af0f3f03e807519ceb9393">
  <xsd:schema xmlns:xsd="http://www.w3.org/2001/XMLSchema" xmlns:xs="http://www.w3.org/2001/XMLSchema" xmlns:p="http://schemas.microsoft.com/office/2006/metadata/properties" xmlns:ns2="5495e808-e183-4a7a-9118-4955941b014f" xmlns:ns3="625af3c4-51f1-4017-80ca-c537fc85ab22" targetNamespace="http://schemas.microsoft.com/office/2006/metadata/properties" ma:root="true" ma:fieldsID="4c9c9b65373b7a7f52a6bb5343aaef4e" ns2:_="" ns3:_="">
    <xsd:import namespace="5495e808-e183-4a7a-9118-4955941b014f"/>
    <xsd:import namespace="625af3c4-51f1-4017-80ca-c537fc85ab22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2:MediaServiceSearchProperties" minOccurs="0"/>
                <xsd:element ref="ns3:_dlc_DocId" minOccurs="0"/>
                <xsd:element ref="ns3:_dlc_DocIdUrl" minOccurs="0"/>
                <xsd:element ref="ns3:_dlc_DocIdPersistId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495e808-e183-4a7a-9118-4955941b014f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25af3c4-51f1-4017-80ca-c537fc85ab22" elementFormDefault="qualified">
    <xsd:import namespace="http://schemas.microsoft.com/office/2006/documentManagement/types"/>
    <xsd:import namespace="http://schemas.microsoft.com/office/infopath/2007/PartnerControls"/>
    <xsd:element name="_dlc_DocId" ma:index="12" nillable="true" ma:displayName="Document ID Value" ma:description="The value of the document ID assigned to this item." ma:indexed="true" ma:internalName="_dlc_DocId" ma:readOnly="true">
      <xsd:simpleType>
        <xsd:restriction base="dms:Text"/>
      </xsd:simpleType>
    </xsd:element>
    <xsd:element name="_dlc_DocIdUrl" ma:index="13" nillable="true" ma:displayName="Document ID" ma:description="Permanent link to this document." ma:hidden="true" ma:internalName="_dlc_DocIdUrl" ma:readOnly="tru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_dlc_DocIdPersistId" ma:index="14" nillable="true" ma:displayName="Persist ID" ma:description="Keep ID on add." ma:hidden="true" ma:internalName="_dlc_DocIdPersistId" ma:readOnly="true">
      <xsd:simpleType>
        <xsd:restriction base="dms:Boolean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4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4E874D38-23B4-427A-9E54-F41D61416655}">
  <ds:schemaRefs>
    <ds:schemaRef ds:uri="http://schemas.microsoft.com/sharepoint/events"/>
  </ds:schemaRefs>
</ds:datastoreItem>
</file>

<file path=customXml/itemProps2.xml><?xml version="1.0" encoding="utf-8"?>
<ds:datastoreItem xmlns:ds="http://schemas.openxmlformats.org/officeDocument/2006/customXml" ds:itemID="{6C60251D-6FF0-4793-A20E-73F86C34C07D}">
  <ds:schemaRefs>
    <ds:schemaRef ds:uri="625af3c4-51f1-4017-80ca-c537fc85ab22"/>
    <ds:schemaRef ds:uri="http://schemas.microsoft.com/office/2006/metadata/properties"/>
    <ds:schemaRef ds:uri="http://schemas.microsoft.com/office/infopath/2007/PartnerControls"/>
  </ds:schemaRefs>
</ds:datastoreItem>
</file>

<file path=customXml/itemProps3.xml><?xml version="1.0" encoding="utf-8"?>
<ds:datastoreItem xmlns:ds="http://schemas.openxmlformats.org/officeDocument/2006/customXml" ds:itemID="{77E11486-FE4C-4313-9044-8BC6DF9B2B6F}">
  <ds:schemaRefs>
    <ds:schemaRef ds:uri="5495e808-e183-4a7a-9118-4955941b014f"/>
    <ds:schemaRef ds:uri="625af3c4-51f1-4017-80ca-c537fc85ab22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4.xml><?xml version="1.0" encoding="utf-8"?>
<ds:datastoreItem xmlns:ds="http://schemas.openxmlformats.org/officeDocument/2006/customXml" ds:itemID="{FB1BE96A-004D-462B-9683-1ED8D109FF11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Application>Microsoft Office PowerPoint</Application>
  <PresentationFormat>Widescreen</PresentationFormat>
  <Slides>22</Slides>
  <Notes>1</Notes>
  <HiddenSlides>0</HiddenSlide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3" baseType="lpstr">
      <vt:lpstr>TU DELFT | TEMPLATE (SLIDEBUILDER)</vt:lpstr>
      <vt:lpstr>Title slide + image</vt:lpstr>
      <vt:lpstr>Context: Why AES is needed?</vt:lpstr>
      <vt:lpstr>Advanced Encryption Standard (AES)</vt:lpstr>
      <vt:lpstr>Advanced Encryption Standard (AES)</vt:lpstr>
      <vt:lpstr>Advanced Encryption Standard (AES)</vt:lpstr>
      <vt:lpstr>Baseline software implementation</vt:lpstr>
      <vt:lpstr>Baseline Bottlenecks </vt:lpstr>
      <vt:lpstr>How does hardware help?</vt:lpstr>
      <vt:lpstr>Performance after implementation of AES hardware support</vt:lpstr>
      <vt:lpstr>Vulnerabilities to side channel attacks</vt:lpstr>
      <vt:lpstr>Compiler Optimizations: Custom LoopUnroll Pass</vt:lpstr>
      <vt:lpstr>Compiler Optimizations: Custom LoopUnroll Pass </vt:lpstr>
      <vt:lpstr>Compiler Optimizations: Custom LoopUnroll Pass </vt:lpstr>
      <vt:lpstr>RTL Optimization: Parallel DOM S-box</vt:lpstr>
      <vt:lpstr>RTL Optimization: Parallel DOM S-box</vt:lpstr>
      <vt:lpstr>RTL Optimization: Parallel DOM S-box</vt:lpstr>
      <vt:lpstr>Future Work: The Super Instruction  </vt:lpstr>
      <vt:lpstr>The Super Instruction  </vt:lpstr>
      <vt:lpstr>The Super Instruction  </vt:lpstr>
      <vt:lpstr>The Super Instruction  </vt:lpstr>
      <vt:lpstr>The Super Instruction  </vt:lpstr>
      <vt:lpstr>Quote</vt:lpstr>
    </vt:vector>
  </TitlesOfParts>
  <Company>TU Delft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revision>4</cp:revision>
  <dcterms:created xsi:type="dcterms:W3CDTF">2026-06-10T12:30:33Z</dcterms:created>
  <dcterms:modified xsi:type="dcterms:W3CDTF">2026-06-12T15:29:37Z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0x0101006F8CCD81E9B8EC4AA9F37098270FA7B2</vt:lpwstr>
  </property>
  <property fmtid="{D5CDD505-2E9C-101B-9397-08002B2CF9AE}" pid="3" name="_dlc_DocIdItemGuid">
    <vt:lpwstr>30cf2a91-9b42-4936-8f52-db3fc703465a</vt:lpwstr>
  </property>
</Properties>
</file>